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5,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dirty="0">
                <a:solidFill>
                  <a:srgbClr val="1F2937"/>
                </a:solidFill>
              </a:rPr>
              <a:t>PROJECT SABR — CURRENT PROGRAM REVIEW</a:t>
            </a:r>
            <a:endParaRPr lang="en-US" sz="800" dirty="0"/>
          </a:p>
          <a:p>
            <a:pPr algn="l" indent="0" marL="0">
              <a:buNone/>
            </a:pPr>
            <a:r>
              <a:rPr lang="en-US" sz="800" dirty="0">
                <a:solidFill>
                  <a:srgbClr val="1F2937"/>
                </a:solidFill>
              </a:rPr>
              <a:t>Week of August 5, 2026</a:t>
            </a:r>
            <a:endParaRPr lang="en-US" sz="800" dirty="0"/>
          </a:p>
          <a:p>
            <a:pPr algn="l" indent="0" marL="0">
              <a:buNone/>
            </a:pPr>
            <a:endParaRPr lang="en-US" sz="800" dirty="0"/>
          </a:p>
          <a:p>
            <a:pPr algn="l" indent="0" marL="0">
              <a:buNone/>
            </a:pPr>
            <a:r>
              <a:rPr lang="en-US" sz="800" dirty="0">
                <a:solidFill>
                  <a:srgbClr val="1F2937"/>
                </a:solidFill>
              </a:rPr>
              <a:t>Project SABR delivered meaningful progress across platform integrations and feature development this week, though significant scoping conversations emerged around feature prioritization and engineering process alignment. Backend architecture decisions advanced notably on DVR/VOD and ad operations, while frontend efforts on mobile and web are moving rapidly—creating a need to sharpen how the team manages scope and stakeholder feedback.</a:t>
            </a:r>
            <a:endParaRPr lang="en-US" sz="800" dirty="0"/>
          </a:p>
          <a:p>
            <a:pPr algn="l" indent="0" marL="0">
              <a:buNone/>
            </a:pPr>
            <a:endParaRPr lang="en-US" sz="800" dirty="0"/>
          </a:p>
          <a:p>
            <a:pPr algn="l" indent="0" marL="0">
              <a:buNone/>
            </a:pPr>
            <a:r>
              <a:rPr lang="en-US" sz="800" b="1" dirty="0">
                <a:solidFill>
                  <a:srgbClr val="1B5E20"/>
                </a:solidFill>
              </a:rPr>
              <a:t>ROKU INTEGRATION:</a:t>
            </a:r>
            <a:pPr algn="l" indent="0" marL="0">
              <a:buNone/>
            </a:pPr>
            <a:r>
              <a:rPr lang="en-US" sz="800" dirty="0">
                <a:solidFill>
                  <a:srgbClr val="1F2937"/>
                </a:solidFill>
              </a:rPr>
              <a:t> Resolved a metadata conflict between SportRadar and premium subscription systems by deprecating the sports-event feed from the OTT app in favor of premium subscriptions' native feed, de-risking the integration. Secured alignment from Roku on a near-term publish approach: team will leverage Amagi's upcoming match-details UI (committed for second week of August with read-only partner access) instead of requesting pre-scheduled tournament lists. Linear stream connection work is in flight; ads testing is staged pending that completion. Timeline remains on track for the September 8 beta date pending Roku sign-off on the match-details UI delivery.</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r>
              <a:rPr lang="en-US" sz="800" dirty="0">
                <a:solidFill>
                  <a:srgbClr val="1F2937"/>
                </a:solidFill>
              </a:rPr>
              <a:t> Finalized a significant architectural redesign for DVR and VOD delivery, moving from continuously-reset stream URLs to unique, per-match predictable manifest URLs that auto-transition from live to VOD once Amagi finishes processing. Dave Bornstein raised questions on URL naming, token security, and DRM handling; Amagi will publish a detailed technical spec this week for sign-off. Production replays are being received; continuous automated delivery targets second week of August post-Axon launch. Amagi committed to trick-play thumbnail support for Roku certification (640x480 every six seconds) with timing confirmation due end of week. Ad Ops macro requirements are being consolidated into a single source-of-truth matrix; Brian Hoskins will send by EOD 8/5. Outstanding blocker: standalone Tennis Channel EPG feed still a copy of Tennis Channel 2—true feed build timeline TBD.</a:t>
            </a:r>
            <a:endParaRPr lang="en-US" sz="800" dirty="0"/>
          </a:p>
          <a:p>
            <a:pPr algn="l" indent="0" marL="0">
              <a:buNone/>
            </a:pPr>
            <a:endParaRPr lang="en-US" sz="800" dirty="0"/>
          </a:p>
          <a:p>
            <a:pPr algn="l" indent="0" marL="0">
              <a:buNone/>
            </a:pPr>
            <a:r>
              <a:rPr lang="en-US" sz="800" b="1" dirty="0">
                <a:solidFill>
                  <a:srgbClr val="1B5E20"/>
                </a:solidFill>
              </a:rPr>
              <a:t>FRONTEND UX AND ENGINEERING PROCESS:</a:t>
            </a:r>
            <a:pPr algn="l" indent="0" marL="0">
              <a:buNone/>
            </a:pPr>
            <a:r>
              <a:rPr lang="en-US" sz="800" dirty="0">
                <a:solidFill>
                  <a:srgbClr val="1F2937"/>
                </a:solidFill>
              </a:rPr>
              <a:t> Engineering team has demonstrated strong velocity on tournaments page redesign, live page explorations, profile decoupling, DRM/picture-in-picture on mobile, and CMS features (navigation config, artwork template editor, show-more carousel buttons). However, leadership flagged concern that some explorations (especially live page) are being built and partially integrated without upfront scoping conversations, creating rework risk and tension on feature priorities. Team agreed to institute twice-weekly design jam sessions (Tuesdays/Thursdays starting 8/6) for rapid iteration and feedback, plus documentation of all UX changes across versions to reduce surprise at UAT. Engineering leadership committed to not becoming a bottleneck; product/design leadership committed to keeping pace with the engineering team's velocity and maintaining alignment on P0 priorities.</a:t>
            </a:r>
            <a:endParaRPr lang="en-US" sz="800" dirty="0"/>
          </a:p>
          <a:p>
            <a:pPr algn="l" indent="0" marL="0">
              <a:buNone/>
            </a:pPr>
            <a:endParaRPr lang="en-US" sz="800" dirty="0"/>
          </a:p>
          <a:p>
            <a:pPr algn="l" indent="0" marL="0">
              <a:buNone/>
            </a:pPr>
            <a:r>
              <a:rPr lang="en-US" sz="800" b="1" dirty="0">
                <a:solidFill>
                  <a:srgbClr val="1B5E20"/>
                </a:solidFill>
              </a:rPr>
              <a:t>MERCHANDISING CAROUSEL AND SHOW MORE:</a:t>
            </a:r>
            <a:pPr algn="l" indent="0" marL="0">
              <a:buNone/>
            </a:pPr>
            <a:r>
              <a:rPr lang="en-US" sz="800" dirty="0">
                <a:solidFill>
                  <a:srgbClr val="1F2937"/>
                </a:solidFill>
              </a:rPr>
              <a:t> Finalized carousel show-more button spec: default to enabled with configurable limits (default 20 items, range 1–99), ability to override the label and link destination per carousel, and three toggle states (show more by default, hide for exception cases, or force off). Will implement as a tile at the end of each carousel across all platforms where feasible, though TV behavior (navigability and performance) is owned by Foxxum and will differ slightly. Team documented the spec on Confluence.</a:t>
            </a:r>
            <a:endParaRPr lang="en-US" sz="800" dirty="0"/>
          </a:p>
          <a:p>
            <a:pPr algn="l" indent="0" marL="0">
              <a:buNone/>
            </a:pPr>
            <a:endParaRPr lang="en-US" sz="800" dirty="0"/>
          </a:p>
          <a:p>
            <a:pPr algn="l" indent="0" marL="0">
              <a:buNone/>
            </a:pPr>
            <a:r>
              <a:rPr lang="en-US" sz="800" b="1" dirty="0">
                <a:solidFill>
                  <a:srgbClr val="1B5E20"/>
                </a:solidFill>
              </a:rPr>
              <a:t>MOBILE AND WEB BUILDS:</a:t>
            </a:r>
            <a:pPr algn="l" indent="0" marL="0">
              <a:buNone/>
            </a:pPr>
            <a:r>
              <a:rPr lang="en-US" sz="800" dirty="0">
                <a:solidFill>
                  <a:srgbClr val="1F2937"/>
                </a:solidFill>
              </a:rPr>
              <a:t> iOS TestFlight builds are live and ready for stakeholder feedback; Android builds are staged pending login fix (due today). CI/CD pipeline setup is underway to produce consistent multi-weekly builds for web and mobile, with Google Play automation in progress. Profile feature nearly complete; email-change backend is ready, frontend integration in progress.</a:t>
            </a:r>
            <a:endParaRPr lang="en-US" sz="800" dirty="0"/>
          </a:p>
          <a:p>
            <a:pPr algn="l" indent="0" marL="0">
              <a:buNone/>
            </a:pPr>
            <a:endParaRPr lang="en-US" sz="800" dirty="0"/>
          </a:p>
          <a:p>
            <a:pPr algn="l" indent="0" marL="0">
              <a:buNone/>
            </a:pPr>
            <a:r>
              <a:rPr lang="en-US" sz="800" b="1" dirty="0">
                <a:solidFill>
                  <a:srgbClr val="1B5E20"/>
                </a:solidFill>
              </a:rPr>
              <a:t>INFRASTRUCTURE AND DATA:</a:t>
            </a:r>
            <a:pPr algn="l" indent="0" marL="0">
              <a:buNone/>
            </a:pPr>
            <a:r>
              <a:rPr lang="en-US" sz="800" dirty="0">
                <a:solidFill>
                  <a:srgbClr val="1F2937"/>
                </a:solidFill>
              </a:rPr>
              <a:t> Backend entitlement checks and endpoint removal are in active sprint. Concurrency management requirements are being documented (user-level vs. playback-level), with design to follow. Auth0 account migration from trial to Sport Radar's dev tenant underway; all existing test accounts will be invalidated—new credentials will be needed. Geo-blocking enforcement confirmed on backend; development bypass header solution agreed with partners. VOD trimming via Axon UI override (separate from Match Central start/end) is on track for second-week-of-August demo. DVR/VOD buffer (proposed four hours, configurable) architecture pending acceptance review. Search design received feedback and is undergoing revision. Disaster recovery planning starting on the database side.</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endParaRPr lang="en-US" sz="800" dirty="0"/>
          </a:p>
          <a:p>
            <a:pPr algn="l" indent="0" marL="0">
              <a:buNone/>
            </a:pPr>
            <a:r>
              <a:rPr lang="en-US" sz="800" dirty="0">
                <a:solidFill>
                  <a:srgbClr val="1F2937"/>
                </a:solidFill>
              </a:rPr>
              <a:t>• Deprecate SportRadar sports-event feed from OTT app; use premium subscriptions' native feed instead to eliminate metadata conflicts.</a:t>
            </a:r>
            <a:endParaRPr lang="en-US" sz="800" dirty="0"/>
          </a:p>
          <a:p>
            <a:pPr algn="l" indent="0" marL="0">
              <a:buNone/>
            </a:pPr>
            <a:endParaRPr lang="en-US" sz="800" dirty="0"/>
          </a:p>
          <a:p>
            <a:pPr algn="l" indent="0" marL="0">
              <a:buNone/>
            </a:pPr>
            <a:r>
              <a:rPr lang="en-US" sz="800" dirty="0">
                <a:solidFill>
                  <a:srgbClr val="1F2937"/>
                </a:solidFill>
              </a:rPr>
              <a:t>• Adopt per-match manifest URLs for DVR/VOD with automatic live-to-VOD transition; Dave Bornstein's architecture spec due this week for final sign-off.</a:t>
            </a:r>
            <a:endParaRPr lang="en-US" sz="800" dirty="0"/>
          </a:p>
          <a:p>
            <a:pPr algn="l" indent="0" marL="0">
              <a:buNone/>
            </a:pPr>
            <a:endParaRPr lang="en-US" sz="800" dirty="0"/>
          </a:p>
          <a:p>
            <a:pPr algn="l" indent="0" marL="0">
              <a:buNone/>
            </a:pPr>
            <a:r>
              <a:rPr lang="en-US" sz="800" dirty="0">
                <a:solidFill>
                  <a:srgbClr val="1F2937"/>
                </a:solidFill>
              </a:rPr>
              <a:t>• Implement show-more carousel button by default across all platforms with configurable limits (1–99 items, default 20), label override, and toggle states; handle platform-specific behaviors (TV) via Foxxum.</a:t>
            </a:r>
            <a:endParaRPr lang="en-US" sz="800" dirty="0"/>
          </a:p>
          <a:p>
            <a:pPr algn="l" indent="0" marL="0">
              <a:buNone/>
            </a:pPr>
            <a:endParaRPr lang="en-US" sz="800" dirty="0"/>
          </a:p>
          <a:p>
            <a:pPr algn="l" indent="0" marL="0">
              <a:buNone/>
            </a:pPr>
            <a:r>
              <a:rPr lang="en-US" sz="800" dirty="0">
                <a:solidFill>
                  <a:srgbClr val="1F2937"/>
                </a:solidFill>
              </a:rPr>
              <a:t>• Launch twice-weekly UX feedback jam sessions (Tuesdays/Thursdays) and track all design changes in a shared document to improve feedback loop velocity and reduce rework risk.</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2026-08-06T03:17:35Z</dcterms:created>
  <dcterms:modified xsi:type="dcterms:W3CDTF">2026-08-06T03:17:35Z</dcterms:modified>
</cp:coreProperties>
</file>