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8/5/2026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900" dirty="0">
                <a:solidFill>
                  <a:srgbClr val="1F2937"/>
                </a:solidFill>
              </a:rPr>
              <a:t>PROJECT SABR — CURRENT PROGRAM REVIEW</a:t>
            </a:r>
            <a:endParaRPr lang="en-US" sz="900" dirty="0"/>
          </a:p>
          <a:p>
            <a:pPr algn="l" indent="0" marL="0">
              <a:buNone/>
            </a:pPr>
            <a:r>
              <a:rPr lang="en-US" sz="900" dirty="0">
                <a:solidFill>
                  <a:srgbClr val="1F2937"/>
                </a:solidFill>
              </a:rPr>
              <a:t>This Week Update | Week of August 5, 2026</a:t>
            </a:r>
            <a:endParaRPr lang="en-US" sz="900" dirty="0"/>
          </a:p>
          <a:p>
            <a:pPr algn="l" indent="0" marL="0">
              <a:buNone/>
            </a:pPr>
            <a:endParaRPr lang="en-US" sz="900" dirty="0"/>
          </a:p>
          <a:p>
            <a:pPr algn="l" indent="0" marL="0">
              <a:buNone/>
            </a:pPr>
            <a:r>
              <a:rPr lang="en-US" sz="900" dirty="0">
                <a:solidFill>
                  <a:srgbClr val="1F2937"/>
                </a:solidFill>
              </a:rPr>
              <a:t>Project SABR continued advancing on multiple fronts with significant progress on platform integrations and feature development, though process alignment and scope management remain areas requiring active attention. Engineering delivered notable progress on tournaments and live pages, while backend and infrastructure work progressed on profile management, playback flows, and CMS capabilities.</a:t>
            </a:r>
            <a:endParaRPr lang="en-US" sz="900" dirty="0"/>
          </a:p>
          <a:p>
            <a:pPr algn="l" indent="0" marL="0">
              <a:buNone/>
            </a:pPr>
            <a:endParaRPr lang="en-US" sz="900" dirty="0"/>
          </a:p>
          <a:p>
            <a:pPr algn="l" indent="0" marL="0">
              <a:buNone/>
            </a:pPr>
            <a:r>
              <a:rPr lang="en-US" sz="900" b="1" dirty="0">
                <a:solidFill>
                  <a:srgbClr val="1B5E20"/>
                </a:solidFill>
              </a:rPr>
              <a:t>ROKU INTEGRATION:</a:t>
            </a:r>
            <a:pPr algn="l" indent="0" marL="0">
              <a:buNone/>
            </a:pPr>
            <a:r>
              <a:rPr lang="en-US" sz="900" dirty="0">
                <a:solidFill>
                  <a:srgbClr val="1F2937"/>
                </a:solidFill>
              </a:rPr>
              <a:t> Resolved metadata conflict between Premium Subscriptions and Roku by removing the conflicting sports event feed from OTT, simplifying the implementation path. Amagi UI for match visibility is on track for mid-August delivery, enabling read-only partner access without requiring manual availability sheets. Linear stream reconnection completed and ads testing now underway pending final connection confirmation.</a:t>
            </a:r>
            <a:endParaRPr lang="en-US" sz="900" dirty="0"/>
          </a:p>
          <a:p>
            <a:pPr algn="l" indent="0" marL="0">
              <a:buNone/>
            </a:pPr>
            <a:endParaRPr lang="en-US" sz="900" dirty="0"/>
          </a:p>
          <a:p>
            <a:pPr algn="l" indent="0" marL="0">
              <a:buNone/>
            </a:pPr>
            <a:r>
              <a:rPr lang="en-US" sz="900" b="1" dirty="0">
                <a:solidFill>
                  <a:srgbClr val="1B5E20"/>
                </a:solidFill>
              </a:rPr>
              <a:t>FRONTEND UX AND DESIGN:</a:t>
            </a:r>
            <a:pPr algn="l" indent="0" marL="0">
              <a:buNone/>
            </a:pPr>
            <a:r>
              <a:rPr lang="en-US" sz="900" dirty="0">
                <a:solidFill>
                  <a:srgbClr val="1F2937"/>
                </a:solidFill>
              </a:rPr>
              <a:t> Engineering teams delivered unexpected prototypes for tournaments and live pages, creating concern about scope creep and working process alignment. Leadership flagged that ad-hoc feature building without pre-approval, while energetic, risks scope sprawl and rework. Team agreed to institute twice-weekly design jam sessions starting August 6 to align on feature priorities, UX decisions, and feedback incorporation before implementation proceeds.</a:t>
            </a:r>
            <a:endParaRPr lang="en-US" sz="900" dirty="0"/>
          </a:p>
          <a:p>
            <a:pPr algn="l" indent="0" marL="0">
              <a:buNone/>
            </a:pPr>
            <a:endParaRPr lang="en-US" sz="900" dirty="0"/>
          </a:p>
          <a:p>
            <a:pPr algn="l" indent="0" marL="0">
              <a:buNone/>
            </a:pPr>
            <a:r>
              <a:rPr lang="en-US" sz="900" b="1" dirty="0">
                <a:solidFill>
                  <a:srgbClr val="1B5E20"/>
                </a:solidFill>
              </a:rPr>
              <a:t>MERCHANDISING AND CAROUSELS:</a:t>
            </a:r>
            <a:pPr algn="l" indent="0" marL="0">
              <a:buNone/>
            </a:pPr>
            <a:r>
              <a:rPr lang="en-US" sz="900" dirty="0">
                <a:solidFill>
                  <a:srgbClr val="1F2937"/>
                </a:solidFill>
              </a:rPr>
              <a:t> Finalized show more link behavior across platforms with three options: default enabled, fully disabled, or custom label and path override. Limit defaults to twenty items but remains device-configurable. Show more tile placement at carousel end is P1 for TV client to improve discoverability over current title-link pattern.</a:t>
            </a:r>
            <a:endParaRPr lang="en-US" sz="900" dirty="0"/>
          </a:p>
          <a:p>
            <a:pPr algn="l" indent="0" marL="0">
              <a:buNone/>
            </a:pPr>
            <a:endParaRPr lang="en-US" sz="900" dirty="0"/>
          </a:p>
          <a:p>
            <a:pPr algn="l" indent="0" marL="0">
              <a:buNone/>
            </a:pPr>
            <a:r>
              <a:rPr lang="en-US" sz="900" b="1" dirty="0">
                <a:solidFill>
                  <a:srgbClr val="1B5E20"/>
                </a:solidFill>
              </a:rPr>
              <a:t>BACKEND AND PLAYBACK:</a:t>
            </a:r>
            <a:pPr algn="l" indent="0" marL="0">
              <a:buNone/>
            </a:pPr>
            <a:r>
              <a:rPr lang="en-US" sz="900" dirty="0">
                <a:solidFill>
                  <a:srgbClr val="1F2937"/>
                </a:solidFill>
              </a:rPr>
              <a:t> Mobile team confirmed DRM and picture-in-picture working on device; iOS certificate patched and verified. Working build with MVPD login will be shared once tested. CI pipeline for iOS and Android builds underway to enable frequent staging pushes. Profile decoupling from menu completed and email-change flow in development.</a:t>
            </a:r>
            <a:endParaRPr lang="en-US" sz="900" dirty="0"/>
          </a:p>
          <a:p>
            <a:pPr algn="l" indent="0" marL="0">
              <a:buNone/>
            </a:pPr>
            <a:endParaRPr lang="en-US" sz="900" dirty="0"/>
          </a:p>
          <a:p>
            <a:pPr algn="l" indent="0" marL="0">
              <a:buNone/>
            </a:pPr>
            <a:r>
              <a:rPr lang="en-US" sz="900" b="1" dirty="0">
                <a:solidFill>
                  <a:srgbClr val="1B5E20"/>
                </a:solidFill>
              </a:rPr>
              <a:t>AMAGI INTEGRATION:</a:t>
            </a:r>
            <a:pPr algn="l" indent="0" marL="0">
              <a:buNone/>
            </a:pPr>
            <a:r>
              <a:rPr lang="en-US" sz="900" dirty="0">
                <a:solidFill>
                  <a:srgbClr val="1F2937"/>
                </a:solidFill>
              </a:rPr>
              <a:t> Proposed major DVR/VOD architecture shift from single stream to per-match manifest URLs with automatic live-to-VOD transition and configurable buffer. Engineering raised questions on URL predictability, token security, and edge cases. Amagi to deliver architecture document this week and target proof-of-concept mid-August. Ad Ops macro matrix due EOD from Brian Hoskins with source attribution. Standalone Tennis Channel EPG feed build underway; T2 copy currently in use for testing. Roku trick-play thumbnail requirement (640x480 every six seconds) flagged as certification blocker; Dave and Swamy to sync on transcoder settings.</a:t>
            </a:r>
            <a:endParaRPr lang="en-US" sz="900" dirty="0"/>
          </a:p>
          <a:p>
            <a:pPr algn="l" indent="0" marL="0">
              <a:buNone/>
            </a:pPr>
            <a:endParaRPr lang="en-US" sz="900" dirty="0"/>
          </a:p>
          <a:p>
            <a:pPr algn="l" indent="0" marL="0">
              <a:buNone/>
            </a:pPr>
            <a:r>
              <a:rPr lang="en-US" sz="900" b="1" dirty="0">
                <a:solidFill>
                  <a:srgbClr val="1B5E20"/>
                </a:solidFill>
              </a:rPr>
              <a:t>CONTENT AND METADATA:</a:t>
            </a:r>
            <a:pPr algn="l" indent="0" marL="0">
              <a:buNone/>
            </a:pPr>
            <a:r>
              <a:rPr lang="en-US" sz="900" dirty="0">
                <a:solidFill>
                  <a:srgbClr val="1F2937"/>
                </a:solidFill>
              </a:rPr>
              <a:t> Sport Radar account migration for Auth0 consent tracking moving to dev tenant; existing test accounts will not carry forward. Player favorites storage location still being clarified with Sport Radar. VOD replay processing active for production matches; replays available in dev environment. Rain-delay trimming and ad-supported VOD strategy remain future items pending broader fill-rate and SSAI discussion.</a:t>
            </a:r>
            <a:endParaRPr lang="en-US" sz="900" dirty="0"/>
          </a:p>
          <a:p>
            <a:pPr algn="l" indent="0" marL="0">
              <a:buNone/>
            </a:pPr>
            <a:endParaRPr lang="en-US" sz="900" dirty="0"/>
          </a:p>
          <a:p>
            <a:pPr algn="l" indent="0" marL="0">
              <a:buNone/>
            </a:pPr>
            <a:r>
              <a:rPr lang="en-US" sz="900" b="1" dirty="0">
                <a:solidFill>
                  <a:srgbClr val="1B5E20"/>
                </a:solidFill>
              </a:rPr>
              <a:t>KEY DECISIONS:</a:t>
            </a:r>
            <a:pPr algn="l" indent="0" marL="0">
              <a:buNone/>
            </a:pPr>
            <a:endParaRPr lang="en-US" sz="900" dirty="0"/>
          </a:p>
          <a:p>
            <a:pPr algn="l" indent="0" marL="0">
              <a:buNone/>
            </a:pPr>
            <a:r>
              <a:rPr lang="en-US" sz="900" dirty="0">
                <a:solidFill>
                  <a:srgbClr val="1F2937"/>
                </a:solidFill>
              </a:rPr>
              <a:t>• Remove sports event feed from OTT to eliminate Premium Subscriptions metadata conflict and simplify implementation.</a:t>
            </a:r>
            <a:endParaRPr lang="en-US" sz="900" dirty="0"/>
          </a:p>
          <a:p>
            <a:pPr algn="l" indent="0" marL="0">
              <a:buNone/>
            </a:pPr>
            <a:r>
              <a:rPr lang="en-US" sz="900" dirty="0">
                <a:solidFill>
                  <a:srgbClr val="1F2937"/>
                </a:solidFill>
              </a:rPr>
              <a:t>• Carousel show more feature defaults to enabled with twenty-item limit but remains overridable; device handles actual cutoff based on memory and performance.</a:t>
            </a:r>
            <a:endParaRPr lang="en-US" sz="900" dirty="0"/>
          </a:p>
          <a:p>
            <a:pPr algn="l" indent="0" marL="0">
              <a:buNone/>
            </a:pPr>
            <a:r>
              <a:rPr lang="en-US" sz="900" dirty="0">
                <a:solidFill>
                  <a:srgbClr val="1F2937"/>
                </a:solidFill>
              </a:rPr>
              <a:t>• Implement twice-weekly design jam sessions (Tuesdays and Thursdays) to review in-flight work and align on feature scope before engineering commits to builds.</a:t>
            </a:r>
            <a:endParaRPr lang="en-US" sz="900" dirty="0"/>
          </a:p>
          <a:p>
            <a:pPr algn="l" indent="0" marL="0">
              <a:buNone/>
            </a:pPr>
            <a:r>
              <a:rPr lang="en-US" sz="900" dirty="0">
                <a:solidFill>
                  <a:srgbClr val="1F2937"/>
                </a:solidFill>
              </a:rPr>
              <a:t>• Adopt per-match manifest URLs for DVR/VOD instead of single continuously-reset stream, with matching configuration via Axon UI for operator-controlled VOD start time trimming.</a:t>
            </a:r>
            <a:endParaRPr lang="en-US" sz="900" dirty="0"/>
          </a:p>
          <a:p>
            <a:pPr algn="l" indent="0" marL="0">
              <a:buNone/>
            </a:pPr>
            <a:r>
              <a:rPr lang="en-US" sz="900" dirty="0">
                <a:solidFill>
                  <a:srgbClr val="1F2937"/>
                </a:solidFill>
              </a:rPr>
              <a:t>• Hold Sprint focus on profile completion, playback flow migration (DRM, captions, live/VOD, DVR, spoiler), and geo-blocking until engineering alignment on feature scope is confirmed.</a:t>
            </a:r>
            <a:endParaRPr lang="en-US" sz="9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55548"/>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201625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Sign-in, sign-up, and TV-provider sign-in working on TestFlight (edge cases remain). Demo prep complete (app icons, splash screen, aligned iOS/Android playback). Focus: ACE data for new widget types, real schedule data, force-upgrade via AWS App Config.</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Video player page and EPG layout in progress. P0 scope decision needed: EPG shows months of no-schedule data, tournament page ordering inconsistent, league logos fail contrast standards. Decision: no full rebuild — follow Tennis.com iterative pattern. UX change catalog being drafted for Foxxum coordination (Nov 1 TV cert deadline).</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Production DNS hosted zones migrating from Sinclair exports into TC's own AWS account. Expected to complete same day (7/15).</a:t>
            </a:r>
            <a:endParaRPr lang="en-US" sz="650" dirty="0"/>
          </a:p>
        </p:txBody>
      </p:sp>
      <p:sp>
        <p:nvSpPr>
          <p:cNvPr id="57" name="Shape 55"/>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Amplitude negotiating lower rate (~$50-60K/year, down from original quote). Sinclair running data-flow security review of Project SABR; Aditya, Aaron, Bobo to be added directly to that email thread.</a:t>
            </a:r>
            <a:endParaRPr lang="en-US" sz="650" dirty="0"/>
          </a:p>
        </p:txBody>
      </p:sp>
      <p:sp>
        <p:nvSpPr>
          <p:cNvPr id="63" name="Shape 61"/>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Login/logout working on web; in progress on mobile/TV. Open items: (1) AuthC error message standardization for Spectrum, (2) account swap/logout session clearing (Adobe-side fix, affects all except Hulu), (3) confirm signed session GUID as stable personalization identifier — Adobe to confirm. Adobe to provide TTL report by provider. TC coordinating proxy MVPD test accounts for partial-auth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Video player page features in progress. BitMovin player SDK integration underway (moved beyond initial POC). BitMovin contract now signed.</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E2E testing scope: Merchandising, sign-in, MVPD, Cleeng, replays. Two new engineers onboarded (Jared and Ian). Demo cadence: ~twice/month, next tentatively following Wednesday.</a:t>
            </a:r>
            <a:endParaRPr lang="en-US" sz="650" dirty="0"/>
          </a:p>
        </p:txBody>
      </p:sp>
      <p:sp>
        <p:nvSpPr>
          <p:cNvPr id="106" name="Shape 104"/>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2026-08-06T02:23:40Z</dcterms:created>
  <dcterms:modified xsi:type="dcterms:W3CDTF">2026-08-06T02:23:40Z</dcterms:modified>
</cp:coreProperties>
</file>