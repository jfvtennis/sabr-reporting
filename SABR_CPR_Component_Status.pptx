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 SABR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2,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11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22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151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0" y="641908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Launch: Dec 1, 2026  ·  151 days remaining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0% Ready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7043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7043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TC.com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17043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7043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18541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8541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18541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200400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0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0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215384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15384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Roku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215384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15384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230368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Fire TV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230368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624535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4535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Samsung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24535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4535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726033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033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tvOS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26033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6033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7 In Progress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17043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7043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7043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7043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218541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8541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MPEG-DASH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218541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18541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3200400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00400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FairPlay DRM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0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0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215384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15384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Widevine DRM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15384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15384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30368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0368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Streams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230368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30368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624535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4535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VOD Streams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24535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535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726033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26033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726033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26033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5 In Progress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170432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170432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Web Player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170432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170432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2185416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185416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 Player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2185416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185416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3200400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00400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 Player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3200400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200400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4215384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215384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HLS/DASH PB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215384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15384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5230368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230368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Bitmovin QOE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5230368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230368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9 In Progress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117043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17043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Metadata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117043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7043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218541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18541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Images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218541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18541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320040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20040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Carousels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320040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20040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4215384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15384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Events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4215384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215384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5230368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230368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Back Catalog</a:t>
            </a: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5230368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230368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2" name="Shape 130"/>
          <p:cNvSpPr/>
          <p:nvPr/>
        </p:nvSpPr>
        <p:spPr>
          <a:xfrm>
            <a:off x="624535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4535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Full Replays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624535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24535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726033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26033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M15</a:t>
            </a:r>
            <a:endParaRPr lang="en-US" sz="750" dirty="0"/>
          </a:p>
        </p:txBody>
      </p:sp>
      <p:sp>
        <p:nvSpPr>
          <p:cNvPr id="138" name="Shape 136"/>
          <p:cNvSpPr/>
          <p:nvPr/>
        </p:nvSpPr>
        <p:spPr>
          <a:xfrm>
            <a:off x="726033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26033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827532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27532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Highlights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27532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27532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1170432" y="49286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70432" y="49286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1170432" y="51389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170432" y="51389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5 In Progress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1170432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170432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Unentitled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>
            <a:off x="1170432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1170432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2185416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185416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Sign-in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2185416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2185416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3200400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200400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Subscription</a:t>
            </a: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3200400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3200400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4215384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215384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MVPD</a:t>
            </a:r>
            <a:endParaRPr lang="en-US" sz="750" dirty="0"/>
          </a:p>
        </p:txBody>
      </p:sp>
      <p:sp>
        <p:nvSpPr>
          <p:cNvPr id="166" name="Shape 164"/>
          <p:cNvSpPr/>
          <p:nvPr/>
        </p:nvSpPr>
        <p:spPr>
          <a:xfrm>
            <a:off x="4215384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215384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68" name="Shape 166"/>
          <p:cNvSpPr/>
          <p:nvPr/>
        </p:nvSpPr>
        <p:spPr>
          <a:xfrm>
            <a:off x="5230368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5230368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Promos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5230368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230368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74" name="Text 172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75" name="Text 173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6" name="Shape 174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78" name="Text 176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9" name="Shape 177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81" name="Text 179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2" name="Shape 180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84" name="Text 182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5" name="Shape 183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87" name="Text 185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Status Key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9500616" y="35112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9500616" y="35112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93" name="Text 191"/>
          <p:cNvSpPr/>
          <p:nvPr/>
        </p:nvSpPr>
        <p:spPr>
          <a:xfrm>
            <a:off x="10305288" y="35112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Active development underway</a:t>
            </a:r>
            <a:endParaRPr lang="en-US" sz="700" dirty="0"/>
          </a:p>
        </p:txBody>
      </p:sp>
      <p:sp>
        <p:nvSpPr>
          <p:cNvPr id="194" name="Shape 192"/>
          <p:cNvSpPr/>
          <p:nvPr/>
        </p:nvSpPr>
        <p:spPr>
          <a:xfrm>
            <a:off x="9500616" y="37398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9500616" y="37398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10305288" y="37398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Work has not begun</a:t>
            </a:r>
            <a:endParaRPr lang="en-US" sz="700" dirty="0"/>
          </a:p>
        </p:txBody>
      </p:sp>
      <p:sp>
        <p:nvSpPr>
          <p:cNvPr id="197" name="Shape 195"/>
          <p:cNvSpPr/>
          <p:nvPr/>
        </p:nvSpPr>
        <p:spPr>
          <a:xfrm>
            <a:off x="9500616" y="39684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9500616" y="39684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F1D1D"/>
                </a:solidFill>
              </a:rPr>
              <a:t>Blocked</a:t>
            </a:r>
            <a:endParaRPr lang="en-US" sz="700" dirty="0"/>
          </a:p>
        </p:txBody>
      </p:sp>
      <p:sp>
        <p:nvSpPr>
          <p:cNvPr id="199" name="Text 197"/>
          <p:cNvSpPr/>
          <p:nvPr/>
        </p:nvSpPr>
        <p:spPr>
          <a:xfrm>
            <a:off x="10305288" y="39684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Blocked by dependency</a:t>
            </a:r>
            <a:endParaRPr lang="en-US" sz="700" dirty="0"/>
          </a:p>
        </p:txBody>
      </p:sp>
      <p:sp>
        <p:nvSpPr>
          <p:cNvPr id="200" name="Shape 198"/>
          <p:cNvSpPr/>
          <p:nvPr/>
        </p:nvSpPr>
        <p:spPr>
          <a:xfrm>
            <a:off x="9500616" y="41970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9500616" y="41970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4532D"/>
                </a:solidFill>
              </a:rPr>
              <a:t>Done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10305288" y="41970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Complete ✓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9500616" y="44256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9500616" y="44256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8350F"/>
                </a:solidFill>
              </a:rPr>
              <a:t>At Risk</a:t>
            </a:r>
            <a:endParaRPr lang="en-US" sz="700" dirty="0"/>
          </a:p>
        </p:txBody>
      </p:sp>
      <p:sp>
        <p:nvSpPr>
          <p:cNvPr id="205" name="Text 203"/>
          <p:cNvSpPr/>
          <p:nvPr/>
        </p:nvSpPr>
        <p:spPr>
          <a:xfrm>
            <a:off x="10305288" y="44256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NS with unmet dependencies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2026-07-03T01:03:29Z</dcterms:created>
  <dcterms:modified xsi:type="dcterms:W3CDTF">2026-07-03T01:03:29Z</dcterms:modified>
</cp:coreProperties>
</file>