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Jul 17, 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900" i="1" dirty="0">
                <a:solidFill>
                  <a:srgbClr val="9CA3AF"/>
                </a:solidFill>
              </a:rPr>
              <a:t>(No narrative for this week — run generate_cpr_narrative.py to populate from meeting notes)</a:t>
            </a:r>
            <a:endParaRPr lang="en-US" sz="9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2026-07-17T17:58:39Z</dcterms:created>
  <dcterms:modified xsi:type="dcterms:W3CDTF">2026-07-17T17:58:39Z</dcterms:modified>
</cp:coreProperties>
</file>