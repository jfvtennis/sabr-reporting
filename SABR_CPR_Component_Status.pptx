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58"/>
  </p:normalViewPr>
  <p:slideViewPr>
    <p:cSldViewPr snapToGrid="0">
      <p:cViewPr varScale="1">
        <p:scale>
          <a:sx n="113" d="100"/>
          <a:sy n="113" d="100"/>
        </p:scale>
        <p:origin x="1168"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uan Valdes" userId="9a07f2c8-7bec-45b2-b114-b17f030a2bbf" providerId="ADAL" clId="{C0B70171-219F-5539-AB45-03B3EA25467E}"/>
    <pc:docChg chg="modSld">
      <pc:chgData name="Juan Valdes" userId="9a07f2c8-7bec-45b2-b114-b17f030a2bbf" providerId="ADAL" clId="{C0B70171-219F-5539-AB45-03B3EA25467E}" dt="2026-07-16T13:09:45.645" v="1" actId="20577"/>
      <pc:docMkLst>
        <pc:docMk/>
      </pc:docMkLst>
      <pc:sldChg chg="modSp mod">
        <pc:chgData name="Juan Valdes" userId="9a07f2c8-7bec-45b2-b114-b17f030a2bbf" providerId="ADAL" clId="{C0B70171-219F-5539-AB45-03B3EA25467E}" dt="2026-07-16T13:09:45.645" v="1" actId="20577"/>
        <pc:sldMkLst>
          <pc:docMk/>
          <pc:sldMk cId="0" sldId="256"/>
        </pc:sldMkLst>
        <pc:spChg chg="mod">
          <ac:chgData name="Juan Valdes" userId="9a07f2c8-7bec-45b2-b114-b17f030a2bbf" providerId="ADAL" clId="{C0B70171-219F-5539-AB45-03B3EA25467E}" dt="2026-07-16T13:09:45.645" v="1" actId="20577"/>
          <ac:spMkLst>
            <pc:docMk/>
            <pc:sldMk cId="0" sldId="256"/>
            <ac:spMk id="20"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7/16/26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7/16/26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7/16/26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7/16/26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7/16/26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7/16/26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7/16/26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7/16/26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7/16/26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7/16/26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7/16/26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7/16/26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December 1,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7/15 Update</a:t>
            </a:r>
          </a:p>
          <a:p>
            <a:endParaRPr lang="en-US" sz="1215" dirty="0">
              <a:latin typeface="Arial" panose="020B0604020202020204" pitchFamily="34" charset="0"/>
              <a:cs typeface="Arial" panose="020B0604020202020204" pitchFamily="34" charset="0"/>
            </a:endParaRPr>
          </a:p>
          <a:p>
            <a:endParaRPr lang="en-US" sz="1215" dirty="0">
              <a:latin typeface="Arial" panose="020B0604020202020204" pitchFamily="34" charset="0"/>
              <a:cs typeface="Arial" panose="020B0604020202020204" pitchFamily="34" charset="0"/>
            </a:endParaRP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txBody>
          <a:bodyPr/>
          <a:lstStyle/>
          <a:p>
            <a:endParaRPr lang="en-US"/>
          </a:p>
        </p:txBody>
      </p:sp>
      <p:sp>
        <p:nvSpPr>
          <p:cNvPr id="3" name="Text 1"/>
          <p:cNvSpPr/>
          <p:nvPr/>
        </p:nvSpPr>
        <p:spPr>
          <a:xfrm>
            <a:off x="201168" y="0"/>
            <a:ext cx="6858000" cy="457200"/>
          </a:xfrm>
          <a:prstGeom prst="rect">
            <a:avLst/>
          </a:prstGeom>
          <a:noFill/>
          <a:ln/>
        </p:spPr>
        <p:txBody>
          <a:bodyPr wrap="square" lIns="0" tIns="0" rIns="0" bIns="0" rtlCol="0" anchor="ctr"/>
          <a:lstStyle/>
          <a:p>
            <a:pPr marL="0" indent="0" algn="l">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marL="0" indent="0" algn="r">
              <a:buNone/>
            </a:pPr>
            <a:r>
              <a:rPr lang="en-US" sz="1100" dirty="0">
                <a:solidFill>
                  <a:srgbClr val="388849"/>
                </a:solidFill>
              </a:rPr>
              <a:t>Critical Gates  ·  Jul 15,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txBody>
          <a:bodyPr/>
          <a:lstStyle/>
          <a:p>
            <a:endParaRPr lang="en-US"/>
          </a:p>
        </p:txBody>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txBody>
          <a:bodyPr/>
          <a:lstStyle/>
          <a:p>
            <a:endParaRPr lang="en-US"/>
          </a:p>
        </p:txBody>
      </p:sp>
      <p:sp>
        <p:nvSpPr>
          <p:cNvPr id="7" name="Text 5"/>
          <p:cNvSpPr/>
          <p:nvPr/>
        </p:nvSpPr>
        <p:spPr>
          <a:xfrm>
            <a:off x="201168" y="502920"/>
            <a:ext cx="5852160" cy="274320"/>
          </a:xfrm>
          <a:prstGeom prst="rect">
            <a:avLst/>
          </a:prstGeom>
          <a:noFill/>
          <a:ln/>
        </p:spPr>
        <p:txBody>
          <a:bodyPr wrap="square" lIns="0" tIns="0" rIns="0" bIns="0" rtlCol="0" anchor="ctr"/>
          <a:lstStyle/>
          <a:p>
            <a:pPr marL="0" indent="0" algn="l">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txBody>
          <a:bodyPr/>
          <a:lstStyle/>
          <a:p>
            <a:endParaRPr lang="en-US"/>
          </a:p>
        </p:txBody>
      </p:sp>
      <p:sp>
        <p:nvSpPr>
          <p:cNvPr id="9" name="Text 7"/>
          <p:cNvSpPr/>
          <p:nvPr/>
        </p:nvSpPr>
        <p:spPr>
          <a:xfrm>
            <a:off x="164592" y="795528"/>
            <a:ext cx="777240" cy="493776"/>
          </a:xfrm>
          <a:prstGeom prst="rect">
            <a:avLst/>
          </a:prstGeom>
          <a:noFill/>
          <a:ln/>
        </p:spPr>
        <p:txBody>
          <a:bodyPr wrap="square" lIns="0" tIns="0" rIns="0" bIns="0" rtlCol="0" anchor="ctr"/>
          <a:lstStyle/>
          <a:p>
            <a:pPr marL="0" indent="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marL="0" indent="0">
              <a:buNone/>
            </a:pPr>
            <a:r>
              <a:rPr lang="en-US" sz="650" dirty="0">
                <a:solidFill>
                  <a:srgbClr val="374151"/>
                </a:solidFill>
              </a:rPr>
              <a:t>Redlined from TC legal, Bitmovin reviewing.</a:t>
            </a:r>
            <a:endParaRPr lang="en-US" sz="650" dirty="0"/>
          </a:p>
        </p:txBody>
      </p:sp>
      <p:sp>
        <p:nvSpPr>
          <p:cNvPr id="11" name="Shape 9"/>
          <p:cNvSpPr/>
          <p:nvPr/>
        </p:nvSpPr>
        <p:spPr>
          <a:xfrm>
            <a:off x="5230368" y="955548"/>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12" name="Text 10"/>
          <p:cNvSpPr/>
          <p:nvPr/>
        </p:nvSpPr>
        <p:spPr>
          <a:xfrm>
            <a:off x="5230368" y="955548"/>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txBody>
          <a:bodyPr/>
          <a:lstStyle/>
          <a:p>
            <a:endParaRPr lang="en-US"/>
          </a:p>
        </p:txBody>
      </p:sp>
      <p:sp>
        <p:nvSpPr>
          <p:cNvPr id="14" name="Text 12"/>
          <p:cNvSpPr/>
          <p:nvPr/>
        </p:nvSpPr>
        <p:spPr>
          <a:xfrm>
            <a:off x="164592" y="1325880"/>
            <a:ext cx="777240" cy="493776"/>
          </a:xfrm>
          <a:prstGeom prst="rect">
            <a:avLst/>
          </a:prstGeom>
          <a:noFill/>
          <a:ln/>
        </p:spPr>
        <p:txBody>
          <a:bodyPr wrap="square" lIns="0" tIns="0" rIns="0" bIns="0" rtlCol="0" anchor="ctr"/>
          <a:lstStyle/>
          <a:p>
            <a:pPr marL="0" indent="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marL="0" indent="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txBody>
          <a:bodyPr/>
          <a:lstStyle/>
          <a:p>
            <a:endParaRPr lang="en-US"/>
          </a:p>
        </p:txBody>
      </p:sp>
      <p:sp>
        <p:nvSpPr>
          <p:cNvPr id="17" name="Text 15"/>
          <p:cNvSpPr/>
          <p:nvPr/>
        </p:nvSpPr>
        <p:spPr>
          <a:xfrm>
            <a:off x="5230368" y="1485900"/>
            <a:ext cx="822960" cy="173736"/>
          </a:xfrm>
          <a:prstGeom prst="rect">
            <a:avLst/>
          </a:prstGeom>
          <a:noFill/>
          <a:ln/>
        </p:spPr>
        <p:txBody>
          <a:bodyPr wrap="square" lIns="0" tIns="0" rIns="0" bIns="0" rtlCol="0" anchor="ctr"/>
          <a:lstStyle/>
          <a:p>
            <a:pPr marL="0" indent="0" algn="ctr">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txBody>
          <a:bodyPr/>
          <a:lstStyle/>
          <a:p>
            <a:endParaRPr lang="en-US"/>
          </a:p>
        </p:txBody>
      </p:sp>
      <p:sp>
        <p:nvSpPr>
          <p:cNvPr id="19" name="Shape 17"/>
          <p:cNvSpPr/>
          <p:nvPr/>
        </p:nvSpPr>
        <p:spPr>
          <a:xfrm>
            <a:off x="91440" y="1837944"/>
            <a:ext cx="6016752" cy="0"/>
          </a:xfrm>
          <a:prstGeom prst="line">
            <a:avLst/>
          </a:prstGeom>
          <a:noFill/>
          <a:ln w="6350">
            <a:solidFill>
              <a:srgbClr val="E5E7EB"/>
            </a:solidFill>
            <a:prstDash val="solid"/>
          </a:ln>
        </p:spPr>
        <p:txBody>
          <a:bodyPr/>
          <a:lstStyle/>
          <a:p>
            <a:endParaRPr lang="en-US"/>
          </a:p>
        </p:txBody>
      </p:sp>
      <p:sp>
        <p:nvSpPr>
          <p:cNvPr id="20" name="Text 18"/>
          <p:cNvSpPr/>
          <p:nvPr/>
        </p:nvSpPr>
        <p:spPr>
          <a:xfrm>
            <a:off x="164592" y="1856232"/>
            <a:ext cx="777240" cy="493776"/>
          </a:xfrm>
          <a:prstGeom prst="rect">
            <a:avLst/>
          </a:prstGeom>
          <a:noFill/>
          <a:ln/>
        </p:spPr>
        <p:txBody>
          <a:bodyPr wrap="square" lIns="0" tIns="0" rIns="0" bIns="0" rtlCol="0" anchor="ctr"/>
          <a:lstStyle/>
          <a:p>
            <a:pPr marL="0" indent="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marL="0" indent="0">
              <a:buNone/>
            </a:pPr>
            <a:r>
              <a:rPr lang="en-US" sz="650" dirty="0">
                <a:solidFill>
                  <a:srgbClr val="374151"/>
                </a:solidFill>
              </a:rPr>
              <a:t>Amagi Contract Cost Review: Provide Sinclair with details on cost savings for Amagi by following up with Mike Kralik and Kevin Kotlove. (Ari)</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23" name="Text 21"/>
          <p:cNvSpPr/>
          <p:nvPr/>
        </p:nvSpPr>
        <p:spPr>
          <a:xfrm>
            <a:off x="5230368" y="2016252"/>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txBody>
          <a:bodyPr/>
          <a:lstStyle/>
          <a:p>
            <a:endParaRPr lang="en-US"/>
          </a:p>
        </p:txBody>
      </p:sp>
      <p:sp>
        <p:nvSpPr>
          <p:cNvPr id="25" name="Text 23"/>
          <p:cNvSpPr/>
          <p:nvPr/>
        </p:nvSpPr>
        <p:spPr>
          <a:xfrm>
            <a:off x="164592" y="2386584"/>
            <a:ext cx="777240" cy="493776"/>
          </a:xfrm>
          <a:prstGeom prst="rect">
            <a:avLst/>
          </a:prstGeom>
          <a:noFill/>
          <a:ln/>
        </p:spPr>
        <p:txBody>
          <a:bodyPr wrap="square" lIns="0" tIns="0" rIns="0" bIns="0" rtlCol="0" anchor="ctr"/>
          <a:lstStyle/>
          <a:p>
            <a:pPr marL="0" indent="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marL="0" indent="0">
              <a:buNone/>
            </a:pPr>
            <a:r>
              <a:rPr lang="en-US" sz="650" dirty="0">
                <a:solidFill>
                  <a:srgbClr val="374151"/>
                </a:solidFill>
              </a:rPr>
              <a:t>Redlined, contract sent out to FOXXUM for review on 7/2.</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28" name="Text 26"/>
          <p:cNvSpPr/>
          <p:nvPr/>
        </p:nvSpPr>
        <p:spPr>
          <a:xfrm>
            <a:off x="5230368" y="2546604"/>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txBody>
          <a:bodyPr/>
          <a:lstStyle/>
          <a:p>
            <a:endParaRPr lang="en-US"/>
          </a:p>
        </p:txBody>
      </p:sp>
      <p:sp>
        <p:nvSpPr>
          <p:cNvPr id="30" name="Shape 28"/>
          <p:cNvSpPr/>
          <p:nvPr/>
        </p:nvSpPr>
        <p:spPr>
          <a:xfrm>
            <a:off x="91440" y="2898648"/>
            <a:ext cx="6016752" cy="0"/>
          </a:xfrm>
          <a:prstGeom prst="line">
            <a:avLst/>
          </a:prstGeom>
          <a:noFill/>
          <a:ln w="6350">
            <a:solidFill>
              <a:srgbClr val="E5E7EB"/>
            </a:solidFill>
            <a:prstDash val="solid"/>
          </a:ln>
        </p:spPr>
        <p:txBody>
          <a:bodyPr/>
          <a:lstStyle/>
          <a:p>
            <a:endParaRPr lang="en-US"/>
          </a:p>
        </p:txBody>
      </p:sp>
      <p:sp>
        <p:nvSpPr>
          <p:cNvPr id="31" name="Text 29"/>
          <p:cNvSpPr/>
          <p:nvPr/>
        </p:nvSpPr>
        <p:spPr>
          <a:xfrm>
            <a:off x="164592" y="2916936"/>
            <a:ext cx="777240" cy="493776"/>
          </a:xfrm>
          <a:prstGeom prst="rect">
            <a:avLst/>
          </a:prstGeom>
          <a:noFill/>
          <a:ln/>
        </p:spPr>
        <p:txBody>
          <a:bodyPr wrap="square" lIns="0" tIns="0" rIns="0" bIns="0" rtlCol="0" anchor="ctr"/>
          <a:lstStyle/>
          <a:p>
            <a:pPr marL="0" indent="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marL="0" indent="0">
              <a:buNone/>
            </a:pPr>
            <a:r>
              <a:rPr lang="en-US" sz="650" dirty="0">
                <a:solidFill>
                  <a:srgbClr val="374151"/>
                </a:solidFill>
              </a:rPr>
              <a:t>Discussions will begin end of week or first week of July. Due by end of July.</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34" name="Text 32"/>
          <p:cNvSpPr/>
          <p:nvPr/>
        </p:nvSpPr>
        <p:spPr>
          <a:xfrm>
            <a:off x="5230368" y="3076956"/>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txBody>
          <a:bodyPr/>
          <a:lstStyle/>
          <a:p>
            <a:endParaRPr lang="en-US"/>
          </a:p>
        </p:txBody>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txBody>
          <a:bodyPr/>
          <a:lstStyle/>
          <a:p>
            <a:endParaRPr lang="en-US"/>
          </a:p>
        </p:txBody>
      </p:sp>
      <p:sp>
        <p:nvSpPr>
          <p:cNvPr id="37" name="Text 35"/>
          <p:cNvSpPr/>
          <p:nvPr/>
        </p:nvSpPr>
        <p:spPr>
          <a:xfrm>
            <a:off x="6345936" y="502920"/>
            <a:ext cx="5852160" cy="274320"/>
          </a:xfrm>
          <a:prstGeom prst="rect">
            <a:avLst/>
          </a:prstGeom>
          <a:noFill/>
          <a:ln/>
        </p:spPr>
        <p:txBody>
          <a:bodyPr wrap="square" lIns="0" tIns="0" rIns="0" bIns="0" rtlCol="0" anchor="ctr"/>
          <a:lstStyle/>
          <a:p>
            <a:pPr marL="0" indent="0" algn="l">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txBody>
          <a:bodyPr/>
          <a:lstStyle/>
          <a:p>
            <a:endParaRPr lang="en-US"/>
          </a:p>
        </p:txBody>
      </p:sp>
      <p:sp>
        <p:nvSpPr>
          <p:cNvPr id="39" name="Text 37"/>
          <p:cNvSpPr/>
          <p:nvPr/>
        </p:nvSpPr>
        <p:spPr>
          <a:xfrm>
            <a:off x="6309360" y="795528"/>
            <a:ext cx="777240" cy="493776"/>
          </a:xfrm>
          <a:prstGeom prst="rect">
            <a:avLst/>
          </a:prstGeom>
          <a:noFill/>
          <a:ln/>
        </p:spPr>
        <p:txBody>
          <a:bodyPr wrap="square" lIns="0" tIns="0" rIns="0" bIns="0" rtlCol="0" anchor="ctr"/>
          <a:lstStyle/>
          <a:p>
            <a:pPr marL="0" indent="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marL="0" indent="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42" name="Text 40"/>
          <p:cNvSpPr/>
          <p:nvPr/>
        </p:nvSpPr>
        <p:spPr>
          <a:xfrm>
            <a:off x="11375136" y="955548"/>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txBody>
          <a:bodyPr/>
          <a:lstStyle/>
          <a:p>
            <a:endParaRPr lang="en-US"/>
          </a:p>
        </p:txBody>
      </p:sp>
      <p:sp>
        <p:nvSpPr>
          <p:cNvPr id="44" name="Text 42"/>
          <p:cNvSpPr/>
          <p:nvPr/>
        </p:nvSpPr>
        <p:spPr>
          <a:xfrm>
            <a:off x="6309360" y="1325880"/>
            <a:ext cx="777240" cy="493776"/>
          </a:xfrm>
          <a:prstGeom prst="rect">
            <a:avLst/>
          </a:prstGeom>
          <a:noFill/>
          <a:ln/>
        </p:spPr>
        <p:txBody>
          <a:bodyPr wrap="square" lIns="0" tIns="0" rIns="0" bIns="0" rtlCol="0" anchor="ctr"/>
          <a:lstStyle/>
          <a:p>
            <a:pPr marL="0" indent="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marL="0" indent="0">
              <a:buNone/>
            </a:pPr>
            <a:r>
              <a:rPr lang="en-US" sz="650" dirty="0">
                <a:solidFill>
                  <a:srgbClr val="374151"/>
                </a:solidFill>
              </a:rPr>
              <a:t>Migrated the app off mock data onto the live backend (Home, Live, Schedule, Tournaments now show real content and real playback). Shipped ~35 merged updates.</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47" name="Text 45"/>
          <p:cNvSpPr/>
          <p:nvPr/>
        </p:nvSpPr>
        <p:spPr>
          <a:xfrm>
            <a:off x="11375136" y="1485900"/>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txBody>
          <a:bodyPr/>
          <a:lstStyle/>
          <a:p>
            <a:endParaRPr lang="en-US"/>
          </a:p>
        </p:txBody>
      </p:sp>
      <p:sp>
        <p:nvSpPr>
          <p:cNvPr id="49" name="Shape 47"/>
          <p:cNvSpPr/>
          <p:nvPr/>
        </p:nvSpPr>
        <p:spPr>
          <a:xfrm>
            <a:off x="6236208" y="1837944"/>
            <a:ext cx="6016752" cy="0"/>
          </a:xfrm>
          <a:prstGeom prst="line">
            <a:avLst/>
          </a:prstGeom>
          <a:noFill/>
          <a:ln w="6350">
            <a:solidFill>
              <a:srgbClr val="E5E7EB"/>
            </a:solidFill>
            <a:prstDash val="solid"/>
          </a:ln>
        </p:spPr>
        <p:txBody>
          <a:bodyPr/>
          <a:lstStyle/>
          <a:p>
            <a:endParaRPr lang="en-US"/>
          </a:p>
        </p:txBody>
      </p:sp>
      <p:sp>
        <p:nvSpPr>
          <p:cNvPr id="50" name="Text 48"/>
          <p:cNvSpPr/>
          <p:nvPr/>
        </p:nvSpPr>
        <p:spPr>
          <a:xfrm>
            <a:off x="6309360" y="1856232"/>
            <a:ext cx="777240" cy="493776"/>
          </a:xfrm>
          <a:prstGeom prst="rect">
            <a:avLst/>
          </a:prstGeom>
          <a:noFill/>
          <a:ln/>
        </p:spPr>
        <p:txBody>
          <a:bodyPr wrap="square" lIns="0" tIns="0" rIns="0" bIns="0" rtlCol="0" anchor="ctr"/>
          <a:lstStyle/>
          <a:p>
            <a:pPr marL="0" indent="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marL="0" indent="0">
              <a:buNone/>
            </a:pPr>
            <a:r>
              <a:rPr lang="en-US" sz="650" dirty="0">
                <a:solidFill>
                  <a:srgbClr val="374151"/>
                </a:solidFill>
              </a:rPr>
              <a:t>Prototyping Auth0/Cleeng login, building out CMS widget support, and standing up Adobe Pass provider management. Carousel page engine and backend refresh API delivered.</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53" name="Text 51"/>
          <p:cNvSpPr/>
          <p:nvPr/>
        </p:nvSpPr>
        <p:spPr>
          <a:xfrm>
            <a:off x="11375136" y="2016252"/>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txBody>
          <a:bodyPr/>
          <a:lstStyle/>
          <a:p>
            <a:endParaRPr lang="en-US"/>
          </a:p>
        </p:txBody>
      </p:sp>
      <p:sp>
        <p:nvSpPr>
          <p:cNvPr id="55" name="Text 53"/>
          <p:cNvSpPr/>
          <p:nvPr/>
        </p:nvSpPr>
        <p:spPr>
          <a:xfrm>
            <a:off x="6309360" y="2386584"/>
            <a:ext cx="777240" cy="493776"/>
          </a:xfrm>
          <a:prstGeom prst="rect">
            <a:avLst/>
          </a:prstGeom>
          <a:noFill/>
          <a:ln/>
        </p:spPr>
        <p:txBody>
          <a:bodyPr wrap="square" lIns="0" tIns="0" rIns="0" bIns="0" rtlCol="0" anchor="ctr"/>
          <a:lstStyle/>
          <a:p>
            <a:pPr marL="0" indent="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marL="0" indent="0">
              <a:buNone/>
            </a:pPr>
            <a:r>
              <a:rPr lang="en-US" sz="650" dirty="0">
                <a:solidFill>
                  <a:srgbClr val="374151"/>
                </a:solidFill>
              </a:rPr>
              <a:t>Moving control of Tennis Channel's website hosting setup in-house — same approach already used successfully for Tennis.com — giving us more control ahead of launch.</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58" name="Text 56"/>
          <p:cNvSpPr/>
          <p:nvPr/>
        </p:nvSpPr>
        <p:spPr>
          <a:xfrm>
            <a:off x="11375136" y="2546604"/>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txBody>
          <a:bodyPr/>
          <a:lstStyle/>
          <a:p>
            <a:endParaRPr lang="en-US"/>
          </a:p>
        </p:txBody>
      </p:sp>
      <p:sp>
        <p:nvSpPr>
          <p:cNvPr id="60" name="Shape 58"/>
          <p:cNvSpPr/>
          <p:nvPr/>
        </p:nvSpPr>
        <p:spPr>
          <a:xfrm>
            <a:off x="6236208" y="2898648"/>
            <a:ext cx="6016752" cy="0"/>
          </a:xfrm>
          <a:prstGeom prst="line">
            <a:avLst/>
          </a:prstGeom>
          <a:noFill/>
          <a:ln w="6350">
            <a:solidFill>
              <a:srgbClr val="E5E7EB"/>
            </a:solidFill>
            <a:prstDash val="solid"/>
          </a:ln>
        </p:spPr>
        <p:txBody>
          <a:bodyPr/>
          <a:lstStyle/>
          <a:p>
            <a:endParaRPr lang="en-US"/>
          </a:p>
        </p:txBody>
      </p:sp>
      <p:sp>
        <p:nvSpPr>
          <p:cNvPr id="61" name="Text 59"/>
          <p:cNvSpPr/>
          <p:nvPr/>
        </p:nvSpPr>
        <p:spPr>
          <a:xfrm>
            <a:off x="6309360" y="2916936"/>
            <a:ext cx="777240" cy="493776"/>
          </a:xfrm>
          <a:prstGeom prst="rect">
            <a:avLst/>
          </a:prstGeom>
          <a:noFill/>
          <a:ln/>
        </p:spPr>
        <p:txBody>
          <a:bodyPr wrap="square" lIns="0" tIns="0" rIns="0" bIns="0" rtlCol="0" anchor="ctr"/>
          <a:lstStyle/>
          <a:p>
            <a:pPr marL="0" indent="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marL="0" indent="0">
              <a:buNone/>
            </a:pPr>
            <a:endParaRPr lang="en-US" sz="650" dirty="0"/>
          </a:p>
        </p:txBody>
      </p:sp>
      <p:sp>
        <p:nvSpPr>
          <p:cNvPr id="63" name="Shape 61"/>
          <p:cNvSpPr/>
          <p:nvPr/>
        </p:nvSpPr>
        <p:spPr>
          <a:xfrm>
            <a:off x="11375136" y="3076956"/>
            <a:ext cx="822960" cy="173736"/>
          </a:xfrm>
          <a:prstGeom prst="roundRect">
            <a:avLst>
              <a:gd name="adj" fmla="val 15789"/>
            </a:avLst>
          </a:prstGeom>
          <a:solidFill>
            <a:srgbClr val="F3F4F6"/>
          </a:solidFill>
          <a:ln w="9525">
            <a:solidFill>
              <a:srgbClr val="D1D5DB"/>
            </a:solidFill>
            <a:prstDash val="solid"/>
          </a:ln>
        </p:spPr>
        <p:txBody>
          <a:bodyPr/>
          <a:lstStyle/>
          <a:p>
            <a:endParaRPr lang="en-US"/>
          </a:p>
        </p:txBody>
      </p:sp>
      <p:sp>
        <p:nvSpPr>
          <p:cNvPr id="64" name="Text 62"/>
          <p:cNvSpPr/>
          <p:nvPr/>
        </p:nvSpPr>
        <p:spPr>
          <a:xfrm>
            <a:off x="11375136" y="3076956"/>
            <a:ext cx="822960" cy="173736"/>
          </a:xfrm>
          <a:prstGeom prst="rect">
            <a:avLst/>
          </a:prstGeom>
          <a:noFill/>
          <a:ln/>
        </p:spPr>
        <p:txBody>
          <a:bodyPr wrap="square" lIns="0" tIns="0" rIns="0" bIns="0" rtlCol="0" anchor="ctr"/>
          <a:lstStyle/>
          <a:p>
            <a:pPr marL="0" indent="0" algn="ctr">
              <a:buNone/>
            </a:pPr>
            <a:r>
              <a:rPr lang="en-US" sz="650" b="1" dirty="0">
                <a:solidFill>
                  <a:srgbClr val="374151"/>
                </a:solidFill>
              </a:rPr>
              <a:t>Not Started</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txBody>
          <a:bodyPr/>
          <a:lstStyle/>
          <a:p>
            <a:endParaRPr lang="en-US"/>
          </a:p>
        </p:txBody>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txBody>
          <a:bodyPr/>
          <a:lstStyle/>
          <a:p>
            <a:endParaRPr lang="en-US"/>
          </a:p>
        </p:txBody>
      </p:sp>
      <p:sp>
        <p:nvSpPr>
          <p:cNvPr id="67" name="Text 65"/>
          <p:cNvSpPr/>
          <p:nvPr/>
        </p:nvSpPr>
        <p:spPr>
          <a:xfrm>
            <a:off x="201168" y="3502152"/>
            <a:ext cx="5852160" cy="274320"/>
          </a:xfrm>
          <a:prstGeom prst="rect">
            <a:avLst/>
          </a:prstGeom>
          <a:noFill/>
          <a:ln/>
        </p:spPr>
        <p:txBody>
          <a:bodyPr wrap="square" lIns="0" tIns="0" rIns="0" bIns="0" rtlCol="0" anchor="ctr"/>
          <a:lstStyle/>
          <a:p>
            <a:pPr marL="0" indent="0" algn="l">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txBody>
          <a:bodyPr/>
          <a:lstStyle/>
          <a:p>
            <a:endParaRPr lang="en-US"/>
          </a:p>
        </p:txBody>
      </p:sp>
      <p:sp>
        <p:nvSpPr>
          <p:cNvPr id="69" name="Text 67"/>
          <p:cNvSpPr/>
          <p:nvPr/>
        </p:nvSpPr>
        <p:spPr>
          <a:xfrm>
            <a:off x="164592" y="3794760"/>
            <a:ext cx="777240" cy="1121664"/>
          </a:xfrm>
          <a:prstGeom prst="rect">
            <a:avLst/>
          </a:prstGeom>
          <a:noFill/>
          <a:ln/>
        </p:spPr>
        <p:txBody>
          <a:bodyPr wrap="square" lIns="0" tIns="0" rIns="0" bIns="0" rtlCol="0" anchor="ctr"/>
          <a:lstStyle/>
          <a:p>
            <a:pPr marL="0" indent="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marL="0" indent="0">
              <a:buNone/>
            </a:pPr>
            <a:r>
              <a:rPr lang="en-US" sz="650" dirty="0">
                <a:solidFill>
                  <a:srgbClr val="374151"/>
                </a:solidFill>
              </a:rPr>
              <a:t>Adobe Pass integration underway for MVPD access; CMS-based provider management being brought into the web app, with basic prototypes built and currently hardcoded to DirecTV for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72" name="Text 70"/>
          <p:cNvSpPr/>
          <p:nvPr/>
        </p:nvSpPr>
        <p:spPr>
          <a:xfrm>
            <a:off x="5230368" y="4268724"/>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txBody>
          <a:bodyPr/>
          <a:lstStyle/>
          <a:p>
            <a:endParaRPr lang="en-US"/>
          </a:p>
        </p:txBody>
      </p:sp>
      <p:sp>
        <p:nvSpPr>
          <p:cNvPr id="74" name="Text 72"/>
          <p:cNvSpPr/>
          <p:nvPr/>
        </p:nvSpPr>
        <p:spPr>
          <a:xfrm>
            <a:off x="164592" y="4953000"/>
            <a:ext cx="777240" cy="1121664"/>
          </a:xfrm>
          <a:prstGeom prst="rect">
            <a:avLst/>
          </a:prstGeom>
          <a:noFill/>
          <a:ln/>
        </p:spPr>
        <p:txBody>
          <a:bodyPr wrap="square" lIns="0" tIns="0" rIns="0" bIns="0" rtlCol="0" anchor="ctr"/>
          <a:lstStyle/>
          <a:p>
            <a:pPr marL="0" indent="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marL="0" indent="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77" name="Text 75"/>
          <p:cNvSpPr/>
          <p:nvPr/>
        </p:nvSpPr>
        <p:spPr>
          <a:xfrm>
            <a:off x="5230368" y="5426964"/>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txBody>
          <a:bodyPr/>
          <a:lstStyle/>
          <a:p>
            <a:endParaRPr lang="en-US"/>
          </a:p>
        </p:txBody>
      </p:sp>
      <p:sp>
        <p:nvSpPr>
          <p:cNvPr id="79" name="Shape 77"/>
          <p:cNvSpPr/>
          <p:nvPr/>
        </p:nvSpPr>
        <p:spPr>
          <a:xfrm>
            <a:off x="91440" y="6092952"/>
            <a:ext cx="6016752" cy="0"/>
          </a:xfrm>
          <a:prstGeom prst="line">
            <a:avLst/>
          </a:prstGeom>
          <a:noFill/>
          <a:ln w="6350">
            <a:solidFill>
              <a:srgbClr val="E5E7EB"/>
            </a:solidFill>
            <a:prstDash val="solid"/>
          </a:ln>
        </p:spPr>
        <p:txBody>
          <a:bodyPr/>
          <a:lstStyle/>
          <a:p>
            <a:endParaRPr lang="en-US"/>
          </a:p>
        </p:txBody>
      </p:sp>
      <p:sp>
        <p:nvSpPr>
          <p:cNvPr id="80" name="Text 78"/>
          <p:cNvSpPr/>
          <p:nvPr/>
        </p:nvSpPr>
        <p:spPr>
          <a:xfrm>
            <a:off x="164592" y="6111240"/>
            <a:ext cx="777240" cy="1121664"/>
          </a:xfrm>
          <a:prstGeom prst="rect">
            <a:avLst/>
          </a:prstGeom>
          <a:noFill/>
          <a:ln/>
        </p:spPr>
        <p:txBody>
          <a:bodyPr wrap="square" lIns="0" tIns="0" rIns="0" bIns="0" rtlCol="0" anchor="ctr"/>
          <a:lstStyle/>
          <a:p>
            <a:pPr marL="0" indent="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marL="0" indent="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83" name="Text 81"/>
          <p:cNvSpPr/>
          <p:nvPr/>
        </p:nvSpPr>
        <p:spPr>
          <a:xfrm>
            <a:off x="5230368" y="6585204"/>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txBody>
          <a:bodyPr/>
          <a:lstStyle/>
          <a:p>
            <a:endParaRPr lang="en-US"/>
          </a:p>
        </p:txBody>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txBody>
          <a:bodyPr/>
          <a:lstStyle/>
          <a:p>
            <a:endParaRPr lang="en-US"/>
          </a:p>
        </p:txBody>
      </p:sp>
      <p:sp>
        <p:nvSpPr>
          <p:cNvPr id="86" name="Text 84"/>
          <p:cNvSpPr/>
          <p:nvPr/>
        </p:nvSpPr>
        <p:spPr>
          <a:xfrm>
            <a:off x="6345936" y="3502152"/>
            <a:ext cx="5852160" cy="274320"/>
          </a:xfrm>
          <a:prstGeom prst="rect">
            <a:avLst/>
          </a:prstGeom>
          <a:noFill/>
          <a:ln/>
        </p:spPr>
        <p:txBody>
          <a:bodyPr wrap="square" lIns="0" tIns="0" rIns="0" bIns="0" rtlCol="0" anchor="ctr"/>
          <a:lstStyle/>
          <a:p>
            <a:pPr marL="0" indent="0" algn="l">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txBody>
          <a:bodyPr/>
          <a:lstStyle/>
          <a:p>
            <a:endParaRPr lang="en-US"/>
          </a:p>
        </p:txBody>
      </p:sp>
      <p:sp>
        <p:nvSpPr>
          <p:cNvPr id="88" name="Text 86"/>
          <p:cNvSpPr/>
          <p:nvPr/>
        </p:nvSpPr>
        <p:spPr>
          <a:xfrm>
            <a:off x="6309360" y="3794760"/>
            <a:ext cx="777240" cy="832104"/>
          </a:xfrm>
          <a:prstGeom prst="rect">
            <a:avLst/>
          </a:prstGeom>
          <a:noFill/>
          <a:ln/>
        </p:spPr>
        <p:txBody>
          <a:bodyPr wrap="square" lIns="0" tIns="0" rIns="0" bIns="0" rtlCol="0" anchor="ctr"/>
          <a:lstStyle/>
          <a:p>
            <a:pPr marL="0" indent="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marL="0" indent="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91" name="Text 89"/>
          <p:cNvSpPr/>
          <p:nvPr/>
        </p:nvSpPr>
        <p:spPr>
          <a:xfrm>
            <a:off x="11375136" y="4123944"/>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txBody>
          <a:bodyPr/>
          <a:lstStyle/>
          <a:p>
            <a:endParaRPr lang="en-US"/>
          </a:p>
        </p:txBody>
      </p:sp>
      <p:sp>
        <p:nvSpPr>
          <p:cNvPr id="93" name="Text 91"/>
          <p:cNvSpPr/>
          <p:nvPr/>
        </p:nvSpPr>
        <p:spPr>
          <a:xfrm>
            <a:off x="6309360" y="4663440"/>
            <a:ext cx="777240" cy="832104"/>
          </a:xfrm>
          <a:prstGeom prst="rect">
            <a:avLst/>
          </a:prstGeom>
          <a:noFill/>
          <a:ln/>
        </p:spPr>
        <p:txBody>
          <a:bodyPr wrap="square" lIns="0" tIns="0" rIns="0" bIns="0" rtlCol="0" anchor="ctr"/>
          <a:lstStyle/>
          <a:p>
            <a:pPr marL="0" indent="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marL="0" indent="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96" name="Text 94"/>
          <p:cNvSpPr/>
          <p:nvPr/>
        </p:nvSpPr>
        <p:spPr>
          <a:xfrm>
            <a:off x="11375136" y="4992624"/>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txBody>
          <a:bodyPr/>
          <a:lstStyle/>
          <a:p>
            <a:endParaRPr lang="en-US"/>
          </a:p>
        </p:txBody>
      </p:sp>
      <p:sp>
        <p:nvSpPr>
          <p:cNvPr id="98" name="Shape 96"/>
          <p:cNvSpPr/>
          <p:nvPr/>
        </p:nvSpPr>
        <p:spPr>
          <a:xfrm>
            <a:off x="6236208" y="5513832"/>
            <a:ext cx="6016752" cy="0"/>
          </a:xfrm>
          <a:prstGeom prst="line">
            <a:avLst/>
          </a:prstGeom>
          <a:noFill/>
          <a:ln w="6350">
            <a:solidFill>
              <a:srgbClr val="E5E7EB"/>
            </a:solidFill>
            <a:prstDash val="solid"/>
          </a:ln>
        </p:spPr>
        <p:txBody>
          <a:bodyPr/>
          <a:lstStyle/>
          <a:p>
            <a:endParaRPr lang="en-US"/>
          </a:p>
        </p:txBody>
      </p:sp>
      <p:sp>
        <p:nvSpPr>
          <p:cNvPr id="99" name="Text 97"/>
          <p:cNvSpPr/>
          <p:nvPr/>
        </p:nvSpPr>
        <p:spPr>
          <a:xfrm>
            <a:off x="6309360" y="5532120"/>
            <a:ext cx="777240" cy="832104"/>
          </a:xfrm>
          <a:prstGeom prst="rect">
            <a:avLst/>
          </a:prstGeom>
          <a:noFill/>
          <a:ln/>
        </p:spPr>
        <p:txBody>
          <a:bodyPr wrap="square" lIns="0" tIns="0" rIns="0" bIns="0" rtlCol="0" anchor="ctr"/>
          <a:lstStyle/>
          <a:p>
            <a:pPr marL="0" indent="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marL="0" indent="0">
              <a:buNone/>
            </a:pPr>
            <a:r>
              <a:rPr lang="en-US" sz="650" dirty="0">
                <a:solidFill>
                  <a:srgbClr val="374151"/>
                </a:solidFill>
              </a:rPr>
              <a:t>Prototyped the video experience: exploratory test of the BitMovin player APIs — a proof-of-concept, not the final player.</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102" name="Text 100"/>
          <p:cNvSpPr/>
          <p:nvPr/>
        </p:nvSpPr>
        <p:spPr>
          <a:xfrm>
            <a:off x="11375136" y="5861304"/>
            <a:ext cx="822960" cy="173736"/>
          </a:xfrm>
          <a:prstGeom prst="rect">
            <a:avLst/>
          </a:prstGeom>
          <a:noFill/>
          <a:ln/>
        </p:spPr>
        <p:txBody>
          <a:bodyPr wrap="square" lIns="0" tIns="0" rIns="0" bIns="0" rtlCol="0" anchor="ctr"/>
          <a:lstStyle/>
          <a:p>
            <a:pPr marL="0" indent="0" algn="ctr">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txBody>
          <a:bodyPr/>
          <a:lstStyle/>
          <a:p>
            <a:endParaRPr lang="en-US"/>
          </a:p>
        </p:txBody>
      </p:sp>
      <p:sp>
        <p:nvSpPr>
          <p:cNvPr id="104" name="Text 102"/>
          <p:cNvSpPr/>
          <p:nvPr/>
        </p:nvSpPr>
        <p:spPr>
          <a:xfrm>
            <a:off x="6309360" y="6400800"/>
            <a:ext cx="777240" cy="832104"/>
          </a:xfrm>
          <a:prstGeom prst="rect">
            <a:avLst/>
          </a:prstGeom>
          <a:noFill/>
          <a:ln/>
        </p:spPr>
        <p:txBody>
          <a:bodyPr wrap="square" lIns="0" tIns="0" rIns="0" bIns="0" rtlCol="0" anchor="ctr"/>
          <a:lstStyle/>
          <a:p>
            <a:pPr marL="0" indent="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marL="0" indent="0">
              <a:buNone/>
            </a:pPr>
            <a:r>
              <a:rPr lang="en-US" sz="650" dirty="0">
                <a:solidFill>
                  <a:srgbClr val="374151"/>
                </a:solidFill>
              </a:rPr>
              <a:t>Testing E2E experience: Merchandising, sign-in flow, MVPD, Cleeng, replays.</a:t>
            </a:r>
            <a:endParaRPr lang="en-US" sz="650" dirty="0"/>
          </a:p>
        </p:txBody>
      </p:sp>
      <p:sp>
        <p:nvSpPr>
          <p:cNvPr id="106" name="Shape 104"/>
          <p:cNvSpPr/>
          <p:nvPr/>
        </p:nvSpPr>
        <p:spPr>
          <a:xfrm>
            <a:off x="11375136" y="6729984"/>
            <a:ext cx="822960" cy="173736"/>
          </a:xfrm>
          <a:prstGeom prst="roundRect">
            <a:avLst>
              <a:gd name="adj" fmla="val 15789"/>
            </a:avLst>
          </a:prstGeom>
          <a:solidFill>
            <a:srgbClr val="F3F4F6"/>
          </a:solidFill>
          <a:ln w="9525">
            <a:solidFill>
              <a:srgbClr val="D1D5DB"/>
            </a:solidFill>
            <a:prstDash val="solid"/>
          </a:ln>
        </p:spPr>
        <p:txBody>
          <a:bodyPr/>
          <a:lstStyle/>
          <a:p>
            <a:endParaRPr lang="en-US"/>
          </a:p>
        </p:txBody>
      </p:sp>
      <p:sp>
        <p:nvSpPr>
          <p:cNvPr id="107" name="Text 105"/>
          <p:cNvSpPr/>
          <p:nvPr/>
        </p:nvSpPr>
        <p:spPr>
          <a:xfrm>
            <a:off x="11375136" y="6729984"/>
            <a:ext cx="822960" cy="173736"/>
          </a:xfrm>
          <a:prstGeom prst="rect">
            <a:avLst/>
          </a:prstGeom>
          <a:noFill/>
          <a:ln/>
        </p:spPr>
        <p:txBody>
          <a:bodyPr wrap="square" lIns="0" tIns="0" rIns="0" bIns="0" rtlCol="0" anchor="ctr"/>
          <a:lstStyle/>
          <a:p>
            <a:pPr marL="0" indent="0" algn="ctr">
              <a:buNone/>
            </a:pPr>
            <a:r>
              <a:rPr lang="en-US" sz="650" b="1" dirty="0">
                <a:solidFill>
                  <a:srgbClr val="374151"/>
                </a:solidFill>
              </a:rPr>
              <a:t>Not Started</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txBody>
          <a:bodyPr/>
          <a:lstStyle/>
          <a:p>
            <a:endParaRPr lang="en-US"/>
          </a:p>
        </p:txBody>
      </p:sp>
      <p:sp>
        <p:nvSpPr>
          <p:cNvPr id="3" name="Text 1"/>
          <p:cNvSpPr/>
          <p:nvPr/>
        </p:nvSpPr>
        <p:spPr>
          <a:xfrm>
            <a:off x="201168" y="0"/>
            <a:ext cx="8229600" cy="457200"/>
          </a:xfrm>
          <a:prstGeom prst="rect">
            <a:avLst/>
          </a:prstGeom>
          <a:noFill/>
          <a:ln/>
        </p:spPr>
        <p:txBody>
          <a:bodyPr wrap="square" lIns="0" tIns="0" rIns="0" bIns="0" rtlCol="0" anchor="ctr"/>
          <a:lstStyle/>
          <a:p>
            <a:pPr marL="0" indent="0" algn="l">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marL="0" indent="0" algn="r">
              <a:buNone/>
            </a:pPr>
            <a:r>
              <a:rPr lang="en-US" sz="1100" dirty="0">
                <a:solidFill>
                  <a:srgbClr val="388849"/>
                </a:solidFill>
              </a:rPr>
              <a:t>CPR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txBody>
          <a:bodyPr/>
          <a:lstStyle/>
          <a:p>
            <a:endParaRPr lang="en-US"/>
          </a:p>
        </p:txBody>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txBody>
          <a:bodyPr/>
          <a:lstStyle/>
          <a:p>
            <a:endParaRPr lang="en-US"/>
          </a:p>
        </p:txBody>
      </p:sp>
      <p:sp>
        <p:nvSpPr>
          <p:cNvPr id="7" name="Text 5"/>
          <p:cNvSpPr/>
          <p:nvPr/>
        </p:nvSpPr>
        <p:spPr>
          <a:xfrm>
            <a:off x="256032" y="521208"/>
            <a:ext cx="1005840" cy="219456"/>
          </a:xfrm>
          <a:prstGeom prst="rect">
            <a:avLst/>
          </a:prstGeom>
          <a:noFill/>
          <a:ln/>
        </p:spPr>
        <p:txBody>
          <a:bodyPr wrap="square" lIns="0" tIns="0" rIns="0" bIns="0" rtlCol="0" anchor="ctr"/>
          <a:lstStyle/>
          <a:p>
            <a:pPr marL="0" indent="0" algn="ctr">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txBody>
          <a:bodyPr/>
          <a:lstStyle/>
          <a:p>
            <a:endParaRPr lang="en-US"/>
          </a:p>
        </p:txBody>
      </p:sp>
      <p:sp>
        <p:nvSpPr>
          <p:cNvPr id="9" name="Text 7"/>
          <p:cNvSpPr/>
          <p:nvPr/>
        </p:nvSpPr>
        <p:spPr>
          <a:xfrm>
            <a:off x="1389888" y="521208"/>
            <a:ext cx="1325880" cy="219456"/>
          </a:xfrm>
          <a:prstGeom prst="rect">
            <a:avLst/>
          </a:prstGeom>
          <a:noFill/>
          <a:ln/>
        </p:spPr>
        <p:txBody>
          <a:bodyPr wrap="square" lIns="0" tIns="0" rIns="0" bIns="0" rtlCol="0" anchor="ctr"/>
          <a:lstStyle/>
          <a:p>
            <a:pPr marL="0" indent="0" algn="ctr">
              <a:buNone/>
            </a:pPr>
            <a:r>
              <a:rPr lang="en-US" sz="900" b="1" dirty="0">
                <a:solidFill>
                  <a:srgbClr val="1D4ED8"/>
                </a:solidFill>
              </a:rPr>
              <a:t>26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txBody>
          <a:bodyPr/>
          <a:lstStyle/>
          <a:p>
            <a:endParaRPr lang="en-US"/>
          </a:p>
        </p:txBody>
      </p:sp>
      <p:sp>
        <p:nvSpPr>
          <p:cNvPr id="11" name="Text 9"/>
          <p:cNvSpPr/>
          <p:nvPr/>
        </p:nvSpPr>
        <p:spPr>
          <a:xfrm>
            <a:off x="2843784" y="521208"/>
            <a:ext cx="1325880" cy="219456"/>
          </a:xfrm>
          <a:prstGeom prst="rect">
            <a:avLst/>
          </a:prstGeom>
          <a:noFill/>
          <a:ln/>
        </p:spPr>
        <p:txBody>
          <a:bodyPr wrap="square" lIns="0" tIns="0" rIns="0" bIns="0" rtlCol="0" anchor="ctr"/>
          <a:lstStyle/>
          <a:p>
            <a:pPr marL="0" indent="0" algn="ctr">
              <a:buNone/>
            </a:pPr>
            <a:r>
              <a:rPr lang="en-US" sz="900" b="1" dirty="0">
                <a:solidFill>
                  <a:srgbClr val="374151"/>
                </a:solidFill>
              </a:rPr>
              <a:t>7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txBody>
          <a:bodyPr/>
          <a:lstStyle/>
          <a:p>
            <a:endParaRPr lang="en-US"/>
          </a:p>
        </p:txBody>
      </p:sp>
      <p:sp>
        <p:nvSpPr>
          <p:cNvPr id="13" name="Text 11"/>
          <p:cNvSpPr/>
          <p:nvPr/>
        </p:nvSpPr>
        <p:spPr>
          <a:xfrm>
            <a:off x="4297680" y="521208"/>
            <a:ext cx="1005840" cy="219456"/>
          </a:xfrm>
          <a:prstGeom prst="rect">
            <a:avLst/>
          </a:prstGeom>
          <a:noFill/>
          <a:ln/>
        </p:spPr>
        <p:txBody>
          <a:bodyPr wrap="square" lIns="0" tIns="0" rIns="0" bIns="0" rtlCol="0" anchor="ctr"/>
          <a:lstStyle/>
          <a:p>
            <a:pPr marL="0" indent="0" algn="ctr">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txBody>
          <a:bodyPr/>
          <a:lstStyle/>
          <a:p>
            <a:endParaRPr lang="en-US"/>
          </a:p>
        </p:txBody>
      </p:sp>
      <p:sp>
        <p:nvSpPr>
          <p:cNvPr id="15" name="Text 13"/>
          <p:cNvSpPr/>
          <p:nvPr/>
        </p:nvSpPr>
        <p:spPr>
          <a:xfrm>
            <a:off x="5431536" y="521208"/>
            <a:ext cx="2377440" cy="219456"/>
          </a:xfrm>
          <a:prstGeom prst="rect">
            <a:avLst/>
          </a:prstGeom>
          <a:noFill/>
          <a:ln/>
        </p:spPr>
        <p:txBody>
          <a:bodyPr wrap="square" lIns="0" tIns="0" rIns="0" bIns="0" rtlCol="0" anchor="ctr"/>
          <a:lstStyle/>
          <a:p>
            <a:pPr marL="0" indent="0" algn="ctr">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txBody>
          <a:bodyPr/>
          <a:lstStyle/>
          <a:p>
            <a:endParaRPr lang="en-US"/>
          </a:p>
        </p:txBody>
      </p:sp>
      <p:sp>
        <p:nvSpPr>
          <p:cNvPr id="17" name="Text 15"/>
          <p:cNvSpPr/>
          <p:nvPr/>
        </p:nvSpPr>
        <p:spPr>
          <a:xfrm>
            <a:off x="201168" y="6876288"/>
            <a:ext cx="5029200" cy="438912"/>
          </a:xfrm>
          <a:prstGeom prst="rect">
            <a:avLst/>
          </a:prstGeom>
          <a:noFill/>
          <a:ln/>
        </p:spPr>
        <p:txBody>
          <a:bodyPr wrap="square" lIns="0" tIns="0" rIns="0" bIns="0" rtlCol="0" anchor="ctr"/>
          <a:lstStyle/>
          <a:p>
            <a:pPr marL="0" indent="0" algn="l">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marL="0" indent="0" algn="ctr">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marL="0" indent="0" algn="r">
              <a:buNone/>
            </a:pPr>
            <a:r>
              <a:rPr lang="en-US" sz="1100" b="1" dirty="0">
                <a:solidFill>
                  <a:srgbClr val="388849"/>
                </a:solidFill>
              </a:rPr>
              <a:t>6%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txBody>
          <a:bodyPr/>
          <a:lstStyle/>
          <a:p>
            <a:endParaRPr lang="en-US"/>
          </a:p>
        </p:txBody>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txBody>
          <a:bodyPr/>
          <a:lstStyle/>
          <a:p>
            <a:endParaRPr lang="en-US"/>
          </a:p>
        </p:txBody>
      </p:sp>
      <p:sp>
        <p:nvSpPr>
          <p:cNvPr id="22" name="Text 20"/>
          <p:cNvSpPr/>
          <p:nvPr/>
        </p:nvSpPr>
        <p:spPr>
          <a:xfrm>
            <a:off x="182880" y="877824"/>
            <a:ext cx="859536" cy="819912"/>
          </a:xfrm>
          <a:prstGeom prst="rect">
            <a:avLst/>
          </a:prstGeom>
          <a:noFill/>
          <a:ln/>
        </p:spPr>
        <p:txBody>
          <a:bodyPr wrap="square" lIns="0" tIns="0" rIns="0" bIns="0" rtlCol="0" anchor="ctr"/>
          <a:lstStyle/>
          <a:p>
            <a:pPr marL="0" indent="0" algn="ctr">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5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25" name="Text 23"/>
          <p:cNvSpPr/>
          <p:nvPr/>
        </p:nvSpPr>
        <p:spPr>
          <a:xfrm>
            <a:off x="1170432"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27" name="Text 25"/>
          <p:cNvSpPr/>
          <p:nvPr/>
        </p:nvSpPr>
        <p:spPr>
          <a:xfrm>
            <a:off x="1170432"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29" name="Text 27"/>
          <p:cNvSpPr/>
          <p:nvPr/>
        </p:nvSpPr>
        <p:spPr>
          <a:xfrm>
            <a:off x="2185416"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1" name="Text 29"/>
          <p:cNvSpPr/>
          <p:nvPr/>
        </p:nvSpPr>
        <p:spPr>
          <a:xfrm>
            <a:off x="2185416"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3" name="Text 31"/>
          <p:cNvSpPr/>
          <p:nvPr/>
        </p:nvSpPr>
        <p:spPr>
          <a:xfrm>
            <a:off x="3200400"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5" name="Text 33"/>
          <p:cNvSpPr/>
          <p:nvPr/>
        </p:nvSpPr>
        <p:spPr>
          <a:xfrm>
            <a:off x="3200400"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7" name="Text 35"/>
          <p:cNvSpPr/>
          <p:nvPr/>
        </p:nvSpPr>
        <p:spPr>
          <a:xfrm>
            <a:off x="4215384"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9" name="Text 37"/>
          <p:cNvSpPr/>
          <p:nvPr/>
        </p:nvSpPr>
        <p:spPr>
          <a:xfrm>
            <a:off x="4215384"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1" name="Text 39"/>
          <p:cNvSpPr/>
          <p:nvPr/>
        </p:nvSpPr>
        <p:spPr>
          <a:xfrm>
            <a:off x="5230368"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43" name="Text 41"/>
          <p:cNvSpPr/>
          <p:nvPr/>
        </p:nvSpPr>
        <p:spPr>
          <a:xfrm>
            <a:off x="5230368" y="128016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5" name="Text 43"/>
          <p:cNvSpPr/>
          <p:nvPr/>
        </p:nvSpPr>
        <p:spPr>
          <a:xfrm>
            <a:off x="6245352"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47" name="Text 45"/>
          <p:cNvSpPr/>
          <p:nvPr/>
        </p:nvSpPr>
        <p:spPr>
          <a:xfrm>
            <a:off x="6245352"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9" name="Text 47"/>
          <p:cNvSpPr/>
          <p:nvPr/>
        </p:nvSpPr>
        <p:spPr>
          <a:xfrm>
            <a:off x="7260336"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51" name="Text 49"/>
          <p:cNvSpPr/>
          <p:nvPr/>
        </p:nvSpPr>
        <p:spPr>
          <a:xfrm>
            <a:off x="7260336" y="128016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txBody>
          <a:bodyPr/>
          <a:lstStyle/>
          <a:p>
            <a:endParaRPr lang="en-US"/>
          </a:p>
        </p:txBody>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txBody>
          <a:bodyPr/>
          <a:lstStyle/>
          <a:p>
            <a:endParaRPr lang="en-US"/>
          </a:p>
        </p:txBody>
      </p:sp>
      <p:sp>
        <p:nvSpPr>
          <p:cNvPr id="54" name="Text 52"/>
          <p:cNvSpPr/>
          <p:nvPr/>
        </p:nvSpPr>
        <p:spPr>
          <a:xfrm>
            <a:off x="182880" y="1898904"/>
            <a:ext cx="859536" cy="819912"/>
          </a:xfrm>
          <a:prstGeom prst="rect">
            <a:avLst/>
          </a:prstGeom>
          <a:noFill/>
          <a:ln/>
        </p:spPr>
        <p:txBody>
          <a:bodyPr wrap="square" lIns="0" tIns="0" rIns="0" bIns="0" rtlCol="0" anchor="ctr"/>
          <a:lstStyle/>
          <a:p>
            <a:pPr marL="0" indent="0" algn="ctr">
              <a:buNone/>
            </a:pPr>
            <a:r>
              <a:rPr lang="en-US" sz="800" b="1" dirty="0">
                <a:solidFill>
                  <a:srgbClr val="FFFFFF"/>
                </a:solidFill>
              </a:rPr>
              <a:t>Video</a:t>
            </a:r>
            <a:endParaRPr lang="en-US" sz="800" dirty="0"/>
          </a:p>
          <a:p>
            <a:pPr marL="0" indent="0" algn="ctr">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57" name="Text 55"/>
          <p:cNvSpPr/>
          <p:nvPr/>
        </p:nvSpPr>
        <p:spPr>
          <a:xfrm>
            <a:off x="1170432" y="209092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59" name="Text 57"/>
          <p:cNvSpPr/>
          <p:nvPr/>
        </p:nvSpPr>
        <p:spPr>
          <a:xfrm>
            <a:off x="1170432" y="230124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1" name="Text 59"/>
          <p:cNvSpPr/>
          <p:nvPr/>
        </p:nvSpPr>
        <p:spPr>
          <a:xfrm>
            <a:off x="2185416" y="209092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63" name="Text 61"/>
          <p:cNvSpPr/>
          <p:nvPr/>
        </p:nvSpPr>
        <p:spPr>
          <a:xfrm>
            <a:off x="2185416" y="230124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5" name="Text 63"/>
          <p:cNvSpPr/>
          <p:nvPr/>
        </p:nvSpPr>
        <p:spPr>
          <a:xfrm>
            <a:off x="3200400" y="209092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67" name="Text 65"/>
          <p:cNvSpPr/>
          <p:nvPr/>
        </p:nvSpPr>
        <p:spPr>
          <a:xfrm>
            <a:off x="3200400" y="230124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9" name="Text 67"/>
          <p:cNvSpPr/>
          <p:nvPr/>
        </p:nvSpPr>
        <p:spPr>
          <a:xfrm>
            <a:off x="4215384" y="209092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1" name="Text 69"/>
          <p:cNvSpPr/>
          <p:nvPr/>
        </p:nvSpPr>
        <p:spPr>
          <a:xfrm>
            <a:off x="4215384" y="230124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3" name="Text 71"/>
          <p:cNvSpPr/>
          <p:nvPr/>
        </p:nvSpPr>
        <p:spPr>
          <a:xfrm>
            <a:off x="5230368" y="209092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5" name="Text 73"/>
          <p:cNvSpPr/>
          <p:nvPr/>
        </p:nvSpPr>
        <p:spPr>
          <a:xfrm>
            <a:off x="5230368" y="230124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7" name="Text 75"/>
          <p:cNvSpPr/>
          <p:nvPr/>
        </p:nvSpPr>
        <p:spPr>
          <a:xfrm>
            <a:off x="6245352" y="209092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9" name="Text 77"/>
          <p:cNvSpPr/>
          <p:nvPr/>
        </p:nvSpPr>
        <p:spPr>
          <a:xfrm>
            <a:off x="6245352" y="230124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txBody>
          <a:bodyPr/>
          <a:lstStyle/>
          <a:p>
            <a:endParaRPr lang="en-US"/>
          </a:p>
        </p:txBody>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txBody>
          <a:bodyPr/>
          <a:lstStyle/>
          <a:p>
            <a:endParaRPr lang="en-US"/>
          </a:p>
        </p:txBody>
      </p:sp>
      <p:sp>
        <p:nvSpPr>
          <p:cNvPr id="82" name="Text 80"/>
          <p:cNvSpPr/>
          <p:nvPr/>
        </p:nvSpPr>
        <p:spPr>
          <a:xfrm>
            <a:off x="182880" y="2919984"/>
            <a:ext cx="859536" cy="819912"/>
          </a:xfrm>
          <a:prstGeom prst="rect">
            <a:avLst/>
          </a:prstGeom>
          <a:noFill/>
          <a:ln/>
        </p:spPr>
        <p:txBody>
          <a:bodyPr wrap="square" lIns="0" tIns="0" rIns="0" bIns="0" rtlCol="0" anchor="ctr"/>
          <a:lstStyle/>
          <a:p>
            <a:pPr marL="0" indent="0" algn="ctr">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4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5" name="Text 83"/>
          <p:cNvSpPr/>
          <p:nvPr/>
        </p:nvSpPr>
        <p:spPr>
          <a:xfrm>
            <a:off x="1170432" y="31120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87" name="Text 85"/>
          <p:cNvSpPr/>
          <p:nvPr/>
        </p:nvSpPr>
        <p:spPr>
          <a:xfrm>
            <a:off x="1170432" y="33223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9" name="Text 87"/>
          <p:cNvSpPr/>
          <p:nvPr/>
        </p:nvSpPr>
        <p:spPr>
          <a:xfrm>
            <a:off x="2185416" y="31120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91" name="Text 89"/>
          <p:cNvSpPr/>
          <p:nvPr/>
        </p:nvSpPr>
        <p:spPr>
          <a:xfrm>
            <a:off x="2185416" y="33223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3" name="Text 91"/>
          <p:cNvSpPr/>
          <p:nvPr/>
        </p:nvSpPr>
        <p:spPr>
          <a:xfrm>
            <a:off x="3200400" y="31120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95" name="Text 93"/>
          <p:cNvSpPr/>
          <p:nvPr/>
        </p:nvSpPr>
        <p:spPr>
          <a:xfrm>
            <a:off x="3200400" y="33223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7" name="Text 95"/>
          <p:cNvSpPr/>
          <p:nvPr/>
        </p:nvSpPr>
        <p:spPr>
          <a:xfrm>
            <a:off x="4215384" y="31120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99" name="Text 97"/>
          <p:cNvSpPr/>
          <p:nvPr/>
        </p:nvSpPr>
        <p:spPr>
          <a:xfrm>
            <a:off x="4215384" y="33223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1" name="Text 99"/>
          <p:cNvSpPr/>
          <p:nvPr/>
        </p:nvSpPr>
        <p:spPr>
          <a:xfrm>
            <a:off x="5230368" y="31120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03" name="Text 101"/>
          <p:cNvSpPr/>
          <p:nvPr/>
        </p:nvSpPr>
        <p:spPr>
          <a:xfrm>
            <a:off x="5230368" y="33223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txBody>
          <a:bodyPr/>
          <a:lstStyle/>
          <a:p>
            <a:endParaRPr lang="en-US"/>
          </a:p>
        </p:txBody>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txBody>
          <a:bodyPr/>
          <a:lstStyle/>
          <a:p>
            <a:endParaRPr lang="en-US"/>
          </a:p>
        </p:txBody>
      </p:sp>
      <p:sp>
        <p:nvSpPr>
          <p:cNvPr id="106" name="Text 104"/>
          <p:cNvSpPr/>
          <p:nvPr/>
        </p:nvSpPr>
        <p:spPr>
          <a:xfrm>
            <a:off x="182880" y="3941064"/>
            <a:ext cx="859536" cy="819912"/>
          </a:xfrm>
          <a:prstGeom prst="rect">
            <a:avLst/>
          </a:prstGeom>
          <a:noFill/>
          <a:ln/>
        </p:spPr>
        <p:txBody>
          <a:bodyPr wrap="square" lIns="0" tIns="0" rIns="0" bIns="0" rtlCol="0" anchor="ctr"/>
          <a:lstStyle/>
          <a:p>
            <a:pPr marL="0" indent="0" algn="ctr">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5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9" name="Text 107"/>
          <p:cNvSpPr/>
          <p:nvPr/>
        </p:nvSpPr>
        <p:spPr>
          <a:xfrm>
            <a:off x="1170432" y="4032504"/>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11" name="Text 109"/>
          <p:cNvSpPr/>
          <p:nvPr/>
        </p:nvSpPr>
        <p:spPr>
          <a:xfrm>
            <a:off x="1170432" y="4242816"/>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3" name="Text 111"/>
          <p:cNvSpPr/>
          <p:nvPr/>
        </p:nvSpPr>
        <p:spPr>
          <a:xfrm>
            <a:off x="2185416" y="4032504"/>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15" name="Text 113"/>
          <p:cNvSpPr/>
          <p:nvPr/>
        </p:nvSpPr>
        <p:spPr>
          <a:xfrm>
            <a:off x="2185416" y="4242816"/>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7" name="Text 115"/>
          <p:cNvSpPr/>
          <p:nvPr/>
        </p:nvSpPr>
        <p:spPr>
          <a:xfrm>
            <a:off x="3200400" y="4032504"/>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19" name="Text 117"/>
          <p:cNvSpPr/>
          <p:nvPr/>
        </p:nvSpPr>
        <p:spPr>
          <a:xfrm>
            <a:off x="3200400" y="4242816"/>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21" name="Text 119"/>
          <p:cNvSpPr/>
          <p:nvPr/>
        </p:nvSpPr>
        <p:spPr>
          <a:xfrm>
            <a:off x="4215384" y="4032504"/>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23" name="Text 121"/>
          <p:cNvSpPr/>
          <p:nvPr/>
        </p:nvSpPr>
        <p:spPr>
          <a:xfrm>
            <a:off x="4215384" y="4242816"/>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25" name="Text 123"/>
          <p:cNvSpPr/>
          <p:nvPr/>
        </p:nvSpPr>
        <p:spPr>
          <a:xfrm>
            <a:off x="5230368" y="4032504"/>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27" name="Text 125"/>
          <p:cNvSpPr/>
          <p:nvPr/>
        </p:nvSpPr>
        <p:spPr>
          <a:xfrm>
            <a:off x="5230368" y="4242816"/>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29" name="Text 127"/>
          <p:cNvSpPr/>
          <p:nvPr/>
        </p:nvSpPr>
        <p:spPr>
          <a:xfrm>
            <a:off x="6245352" y="4032504"/>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31" name="Text 129"/>
          <p:cNvSpPr/>
          <p:nvPr/>
        </p:nvSpPr>
        <p:spPr>
          <a:xfrm>
            <a:off x="6245352" y="4242816"/>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33" name="Text 131"/>
          <p:cNvSpPr/>
          <p:nvPr/>
        </p:nvSpPr>
        <p:spPr>
          <a:xfrm>
            <a:off x="7260336" y="4032504"/>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txBody>
          <a:bodyPr/>
          <a:lstStyle/>
          <a:p>
            <a:endParaRPr lang="en-US"/>
          </a:p>
        </p:txBody>
      </p:sp>
      <p:sp>
        <p:nvSpPr>
          <p:cNvPr id="135" name="Text 133"/>
          <p:cNvSpPr/>
          <p:nvPr/>
        </p:nvSpPr>
        <p:spPr>
          <a:xfrm>
            <a:off x="7260336" y="4242816"/>
            <a:ext cx="932688" cy="155448"/>
          </a:xfrm>
          <a:prstGeom prst="rect">
            <a:avLst/>
          </a:prstGeom>
          <a:noFill/>
          <a:ln/>
        </p:spPr>
        <p:txBody>
          <a:bodyPr wrap="square" lIns="0" tIns="0" rIns="0" bIns="0" rtlCol="0" anchor="ctr"/>
          <a:lstStyle/>
          <a:p>
            <a:pPr marL="0" indent="0" algn="ctr">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37" name="Text 135"/>
          <p:cNvSpPr/>
          <p:nvPr/>
        </p:nvSpPr>
        <p:spPr>
          <a:xfrm>
            <a:off x="8275320" y="4032504"/>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txBody>
          <a:bodyPr/>
          <a:lstStyle/>
          <a:p>
            <a:endParaRPr lang="en-US"/>
          </a:p>
        </p:txBody>
      </p:sp>
      <p:sp>
        <p:nvSpPr>
          <p:cNvPr id="139" name="Text 137"/>
          <p:cNvSpPr/>
          <p:nvPr/>
        </p:nvSpPr>
        <p:spPr>
          <a:xfrm>
            <a:off x="8275320" y="4242816"/>
            <a:ext cx="932688" cy="155448"/>
          </a:xfrm>
          <a:prstGeom prst="rect">
            <a:avLst/>
          </a:prstGeom>
          <a:noFill/>
          <a:ln/>
        </p:spPr>
        <p:txBody>
          <a:bodyPr wrap="square" lIns="0" tIns="0" rIns="0" bIns="0" rtlCol="0" anchor="ctr"/>
          <a:lstStyle/>
          <a:p>
            <a:pPr marL="0" indent="0" algn="ctr">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41" name="Text 139"/>
          <p:cNvSpPr/>
          <p:nvPr/>
        </p:nvSpPr>
        <p:spPr>
          <a:xfrm>
            <a:off x="1170432" y="4431792"/>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43" name="Text 141"/>
          <p:cNvSpPr/>
          <p:nvPr/>
        </p:nvSpPr>
        <p:spPr>
          <a:xfrm>
            <a:off x="1170432" y="4642104"/>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txBody>
          <a:bodyPr/>
          <a:lstStyle/>
          <a:p>
            <a:endParaRPr lang="en-US"/>
          </a:p>
        </p:txBody>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txBody>
          <a:bodyPr/>
          <a:lstStyle/>
          <a:p>
            <a:endParaRPr lang="en-US"/>
          </a:p>
        </p:txBody>
      </p:sp>
      <p:sp>
        <p:nvSpPr>
          <p:cNvPr id="146" name="Text 144"/>
          <p:cNvSpPr/>
          <p:nvPr/>
        </p:nvSpPr>
        <p:spPr>
          <a:xfrm>
            <a:off x="182880" y="4962144"/>
            <a:ext cx="859536" cy="819912"/>
          </a:xfrm>
          <a:prstGeom prst="rect">
            <a:avLst/>
          </a:prstGeom>
          <a:noFill/>
          <a:ln/>
        </p:spPr>
        <p:txBody>
          <a:bodyPr wrap="square" lIns="0" tIns="0" rIns="0" bIns="0" rtlCol="0" anchor="ctr"/>
          <a:lstStyle/>
          <a:p>
            <a:pPr marL="0" indent="0" algn="ctr">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5 / 6 In Progress</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49" name="Text 147"/>
          <p:cNvSpPr/>
          <p:nvPr/>
        </p:nvSpPr>
        <p:spPr>
          <a:xfrm>
            <a:off x="1170432" y="51541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51" name="Text 149"/>
          <p:cNvSpPr/>
          <p:nvPr/>
        </p:nvSpPr>
        <p:spPr>
          <a:xfrm>
            <a:off x="1170432" y="53644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53" name="Text 151"/>
          <p:cNvSpPr/>
          <p:nvPr/>
        </p:nvSpPr>
        <p:spPr>
          <a:xfrm>
            <a:off x="2185416" y="51541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55" name="Text 153"/>
          <p:cNvSpPr/>
          <p:nvPr/>
        </p:nvSpPr>
        <p:spPr>
          <a:xfrm>
            <a:off x="2185416" y="53644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57" name="Text 155"/>
          <p:cNvSpPr/>
          <p:nvPr/>
        </p:nvSpPr>
        <p:spPr>
          <a:xfrm>
            <a:off x="3200400" y="51541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59" name="Text 157"/>
          <p:cNvSpPr/>
          <p:nvPr/>
        </p:nvSpPr>
        <p:spPr>
          <a:xfrm>
            <a:off x="3200400" y="53644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61" name="Text 159"/>
          <p:cNvSpPr/>
          <p:nvPr/>
        </p:nvSpPr>
        <p:spPr>
          <a:xfrm>
            <a:off x="4215384" y="51541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63" name="Text 161"/>
          <p:cNvSpPr/>
          <p:nvPr/>
        </p:nvSpPr>
        <p:spPr>
          <a:xfrm>
            <a:off x="4215384" y="53644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65" name="Text 163"/>
          <p:cNvSpPr/>
          <p:nvPr/>
        </p:nvSpPr>
        <p:spPr>
          <a:xfrm>
            <a:off x="5230368" y="51541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67" name="Text 165"/>
          <p:cNvSpPr/>
          <p:nvPr/>
        </p:nvSpPr>
        <p:spPr>
          <a:xfrm>
            <a:off x="5230368" y="53644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69" name="Text 167"/>
          <p:cNvSpPr/>
          <p:nvPr/>
        </p:nvSpPr>
        <p:spPr>
          <a:xfrm>
            <a:off x="6245352" y="51541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71" name="Text 169"/>
          <p:cNvSpPr/>
          <p:nvPr/>
        </p:nvSpPr>
        <p:spPr>
          <a:xfrm>
            <a:off x="6245352" y="536448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txBody>
          <a:bodyPr/>
          <a:lstStyle/>
          <a:p>
            <a:endParaRPr lang="en-US"/>
          </a:p>
        </p:txBody>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txBody>
          <a:bodyPr/>
          <a:lstStyle/>
          <a:p>
            <a:endParaRPr lang="en-US"/>
          </a:p>
        </p:txBody>
      </p:sp>
      <p:sp>
        <p:nvSpPr>
          <p:cNvPr id="174" name="Text 172"/>
          <p:cNvSpPr/>
          <p:nvPr/>
        </p:nvSpPr>
        <p:spPr>
          <a:xfrm>
            <a:off x="182880" y="5983224"/>
            <a:ext cx="859536" cy="819912"/>
          </a:xfrm>
          <a:prstGeom prst="rect">
            <a:avLst/>
          </a:prstGeom>
          <a:noFill/>
          <a:ln/>
        </p:spPr>
        <p:txBody>
          <a:bodyPr wrap="square" lIns="0" tIns="0" rIns="0" bIns="0" rtlCol="0" anchor="ctr"/>
          <a:lstStyle/>
          <a:p>
            <a:pPr marL="0" indent="0" algn="ctr">
              <a:buNone/>
            </a:pPr>
            <a:r>
              <a:rPr lang="en-US" sz="800" b="1" dirty="0">
                <a:solidFill>
                  <a:srgbClr val="FFFFFF"/>
                </a:solidFill>
              </a:rPr>
              <a:t>Data</a:t>
            </a:r>
            <a:endParaRPr lang="en-US" sz="800" dirty="0"/>
          </a:p>
          <a:p>
            <a:pPr marL="0" indent="0" algn="ctr">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1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77" name="Text 175"/>
          <p:cNvSpPr/>
          <p:nvPr/>
        </p:nvSpPr>
        <p:spPr>
          <a:xfrm>
            <a:off x="1170432" y="61752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79" name="Text 177"/>
          <p:cNvSpPr/>
          <p:nvPr/>
        </p:nvSpPr>
        <p:spPr>
          <a:xfrm>
            <a:off x="1170432" y="638556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81" name="Text 179"/>
          <p:cNvSpPr/>
          <p:nvPr/>
        </p:nvSpPr>
        <p:spPr>
          <a:xfrm>
            <a:off x="2185416" y="61752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83" name="Text 181"/>
          <p:cNvSpPr/>
          <p:nvPr/>
        </p:nvSpPr>
        <p:spPr>
          <a:xfrm>
            <a:off x="2185416" y="63855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txBody>
          <a:bodyPr/>
          <a:lstStyle/>
          <a:p>
            <a:endParaRPr lang="en-US"/>
          </a:p>
        </p:txBody>
      </p:sp>
      <p:sp>
        <p:nvSpPr>
          <p:cNvPr id="185" name="Text 183"/>
          <p:cNvSpPr/>
          <p:nvPr/>
        </p:nvSpPr>
        <p:spPr>
          <a:xfrm>
            <a:off x="9500616" y="950976"/>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txBody>
          <a:bodyPr/>
          <a:lstStyle/>
          <a:p>
            <a:endParaRPr lang="en-US"/>
          </a:p>
        </p:txBody>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txBody>
          <a:bodyPr/>
          <a:lstStyle/>
          <a:p>
            <a:endParaRPr lang="en-US"/>
          </a:p>
        </p:txBody>
      </p:sp>
      <p:sp>
        <p:nvSpPr>
          <p:cNvPr id="188" name="Text 186"/>
          <p:cNvSpPr/>
          <p:nvPr/>
        </p:nvSpPr>
        <p:spPr>
          <a:xfrm>
            <a:off x="9701784" y="1243584"/>
            <a:ext cx="2304288" cy="173736"/>
          </a:xfrm>
          <a:prstGeom prst="rect">
            <a:avLst/>
          </a:prstGeom>
          <a:noFill/>
          <a:ln/>
        </p:spPr>
        <p:txBody>
          <a:bodyPr wrap="square" lIns="0" tIns="0" rIns="0" bIns="0" rtlCol="0" anchor="ctr"/>
          <a:lstStyle/>
          <a:p>
            <a:pPr marL="0" indent="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marL="0" indent="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txBody>
          <a:bodyPr/>
          <a:lstStyle/>
          <a:p>
            <a:endParaRPr lang="en-US"/>
          </a:p>
        </p:txBody>
      </p:sp>
      <p:sp>
        <p:nvSpPr>
          <p:cNvPr id="191" name="Text 189"/>
          <p:cNvSpPr/>
          <p:nvPr/>
        </p:nvSpPr>
        <p:spPr>
          <a:xfrm>
            <a:off x="11494008" y="1453896"/>
            <a:ext cx="658368" cy="137160"/>
          </a:xfrm>
          <a:prstGeom prst="rect">
            <a:avLst/>
          </a:prstGeom>
          <a:noFill/>
          <a:ln/>
        </p:spPr>
        <p:txBody>
          <a:bodyPr wrap="square" lIns="0" tIns="0" rIns="0" bIns="0" rtlCol="0" anchor="ctr"/>
          <a:lstStyle/>
          <a:p>
            <a:pPr marL="0" indent="0" algn="ctr">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txBody>
          <a:bodyPr/>
          <a:lstStyle/>
          <a:p>
            <a:endParaRPr lang="en-US"/>
          </a:p>
        </p:txBody>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txBody>
          <a:bodyPr/>
          <a:lstStyle/>
          <a:p>
            <a:endParaRPr lang="en-US"/>
          </a:p>
        </p:txBody>
      </p:sp>
      <p:sp>
        <p:nvSpPr>
          <p:cNvPr id="194" name="Text 192"/>
          <p:cNvSpPr/>
          <p:nvPr/>
        </p:nvSpPr>
        <p:spPr>
          <a:xfrm>
            <a:off x="9701784" y="1719072"/>
            <a:ext cx="2304288" cy="173736"/>
          </a:xfrm>
          <a:prstGeom prst="rect">
            <a:avLst/>
          </a:prstGeom>
          <a:noFill/>
          <a:ln/>
        </p:spPr>
        <p:txBody>
          <a:bodyPr wrap="square" lIns="0" tIns="0" rIns="0" bIns="0" rtlCol="0" anchor="ctr"/>
          <a:lstStyle/>
          <a:p>
            <a:pPr marL="0" indent="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marL="0" indent="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txBody>
          <a:bodyPr/>
          <a:lstStyle/>
          <a:p>
            <a:endParaRPr lang="en-US"/>
          </a:p>
        </p:txBody>
      </p:sp>
      <p:sp>
        <p:nvSpPr>
          <p:cNvPr id="197" name="Text 195"/>
          <p:cNvSpPr/>
          <p:nvPr/>
        </p:nvSpPr>
        <p:spPr>
          <a:xfrm>
            <a:off x="11494008" y="1929384"/>
            <a:ext cx="658368" cy="137160"/>
          </a:xfrm>
          <a:prstGeom prst="rect">
            <a:avLst/>
          </a:prstGeom>
          <a:noFill/>
          <a:ln/>
        </p:spPr>
        <p:txBody>
          <a:bodyPr wrap="square" lIns="0" tIns="0" rIns="0" bIns="0" rtlCol="0" anchor="ctr"/>
          <a:lstStyle/>
          <a:p>
            <a:pPr marL="0" indent="0" algn="ctr">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txBody>
          <a:bodyPr/>
          <a:lstStyle/>
          <a:p>
            <a:endParaRPr lang="en-US"/>
          </a:p>
        </p:txBody>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txBody>
          <a:bodyPr/>
          <a:lstStyle/>
          <a:p>
            <a:endParaRPr lang="en-US"/>
          </a:p>
        </p:txBody>
      </p:sp>
      <p:sp>
        <p:nvSpPr>
          <p:cNvPr id="200" name="Text 198"/>
          <p:cNvSpPr/>
          <p:nvPr/>
        </p:nvSpPr>
        <p:spPr>
          <a:xfrm>
            <a:off x="9701784" y="2194560"/>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marL="0" indent="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203" name="Text 201"/>
          <p:cNvSpPr/>
          <p:nvPr/>
        </p:nvSpPr>
        <p:spPr>
          <a:xfrm>
            <a:off x="11494008" y="2404872"/>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txBody>
          <a:bodyPr/>
          <a:lstStyle/>
          <a:p>
            <a:endParaRPr lang="en-US"/>
          </a:p>
        </p:txBody>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txBody>
          <a:bodyPr/>
          <a:lstStyle/>
          <a:p>
            <a:endParaRPr lang="en-US"/>
          </a:p>
        </p:txBody>
      </p:sp>
      <p:sp>
        <p:nvSpPr>
          <p:cNvPr id="206" name="Text 204"/>
          <p:cNvSpPr/>
          <p:nvPr/>
        </p:nvSpPr>
        <p:spPr>
          <a:xfrm>
            <a:off x="9701784" y="2670048"/>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marL="0" indent="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209" name="Text 207"/>
          <p:cNvSpPr/>
          <p:nvPr/>
        </p:nvSpPr>
        <p:spPr>
          <a:xfrm>
            <a:off x="11494008" y="2880360"/>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txBody>
          <a:bodyPr/>
          <a:lstStyle/>
          <a:p>
            <a:endParaRPr lang="en-US"/>
          </a:p>
        </p:txBody>
      </p:sp>
      <p:sp>
        <p:nvSpPr>
          <p:cNvPr id="211" name="Text 209"/>
          <p:cNvSpPr/>
          <p:nvPr/>
        </p:nvSpPr>
        <p:spPr>
          <a:xfrm>
            <a:off x="9500616" y="3337560"/>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txBody>
          <a:bodyPr/>
          <a:lstStyle/>
          <a:p>
            <a:endParaRPr lang="en-US"/>
          </a:p>
        </p:txBody>
      </p:sp>
      <p:sp>
        <p:nvSpPr>
          <p:cNvPr id="213" name="Text 211"/>
          <p:cNvSpPr/>
          <p:nvPr/>
        </p:nvSpPr>
        <p:spPr>
          <a:xfrm>
            <a:off x="9500616" y="3584448"/>
            <a:ext cx="749808" cy="173736"/>
          </a:xfrm>
          <a:prstGeom prst="rect">
            <a:avLst/>
          </a:prstGeom>
          <a:noFill/>
          <a:ln/>
        </p:spPr>
        <p:txBody>
          <a:bodyPr wrap="square" lIns="0" tIns="0" rIns="0" bIns="0" rtlCol="0" anchor="ctr"/>
          <a:lstStyle/>
          <a:p>
            <a:pPr marL="0" indent="0" algn="ctr">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marL="0" indent="0" algn="l">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216" name="Text 214"/>
          <p:cNvSpPr/>
          <p:nvPr/>
        </p:nvSpPr>
        <p:spPr>
          <a:xfrm>
            <a:off x="9500616" y="3813048"/>
            <a:ext cx="749808" cy="173736"/>
          </a:xfrm>
          <a:prstGeom prst="rect">
            <a:avLst/>
          </a:prstGeom>
          <a:noFill/>
          <a:ln/>
        </p:spPr>
        <p:txBody>
          <a:bodyPr wrap="square" lIns="0" tIns="0" rIns="0" bIns="0" rtlCol="0" anchor="ctr"/>
          <a:lstStyle/>
          <a:p>
            <a:pPr marL="0" indent="0" algn="ctr">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marL="0" indent="0" algn="l">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txBody>
          <a:bodyPr/>
          <a:lstStyle/>
          <a:p>
            <a:endParaRPr lang="en-US"/>
          </a:p>
        </p:txBody>
      </p:sp>
      <p:sp>
        <p:nvSpPr>
          <p:cNvPr id="219" name="Text 217"/>
          <p:cNvSpPr/>
          <p:nvPr/>
        </p:nvSpPr>
        <p:spPr>
          <a:xfrm>
            <a:off x="9500616" y="4041648"/>
            <a:ext cx="749808" cy="173736"/>
          </a:xfrm>
          <a:prstGeom prst="rect">
            <a:avLst/>
          </a:prstGeom>
          <a:noFill/>
          <a:ln/>
        </p:spPr>
        <p:txBody>
          <a:bodyPr wrap="square" lIns="0" tIns="0" rIns="0" bIns="0" rtlCol="0" anchor="ctr"/>
          <a:lstStyle/>
          <a:p>
            <a:pPr marL="0" indent="0" algn="ctr">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marL="0" indent="0" algn="l">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txBody>
          <a:bodyPr/>
          <a:lstStyle/>
          <a:p>
            <a:endParaRPr lang="en-US"/>
          </a:p>
        </p:txBody>
      </p:sp>
      <p:sp>
        <p:nvSpPr>
          <p:cNvPr id="222" name="Text 220"/>
          <p:cNvSpPr/>
          <p:nvPr/>
        </p:nvSpPr>
        <p:spPr>
          <a:xfrm>
            <a:off x="9500616" y="4270248"/>
            <a:ext cx="749808" cy="173736"/>
          </a:xfrm>
          <a:prstGeom prst="rect">
            <a:avLst/>
          </a:prstGeom>
          <a:noFill/>
          <a:ln/>
        </p:spPr>
        <p:txBody>
          <a:bodyPr wrap="square" lIns="0" tIns="0" rIns="0" bIns="0" rtlCol="0" anchor="ctr"/>
          <a:lstStyle/>
          <a:p>
            <a:pPr marL="0" indent="0" algn="ctr">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marL="0" indent="0" algn="l">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txBody>
          <a:bodyPr/>
          <a:lstStyle/>
          <a:p>
            <a:endParaRPr lang="en-US"/>
          </a:p>
        </p:txBody>
      </p:sp>
      <p:sp>
        <p:nvSpPr>
          <p:cNvPr id="225" name="Text 223"/>
          <p:cNvSpPr/>
          <p:nvPr/>
        </p:nvSpPr>
        <p:spPr>
          <a:xfrm>
            <a:off x="9500616" y="4498848"/>
            <a:ext cx="749808" cy="173736"/>
          </a:xfrm>
          <a:prstGeom prst="rect">
            <a:avLst/>
          </a:prstGeom>
          <a:noFill/>
          <a:ln/>
        </p:spPr>
        <p:txBody>
          <a:bodyPr wrap="square" lIns="0" tIns="0" rIns="0" bIns="0" rtlCol="0" anchor="ctr"/>
          <a:lstStyle/>
          <a:p>
            <a:pPr marL="0" indent="0" algn="ctr">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marL="0" indent="0" algn="l">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txBody>
          <a:bodyPr/>
          <a:lstStyle/>
          <a:p>
            <a:endParaRPr lang="en-US"/>
          </a:p>
        </p:txBody>
      </p:sp>
      <p:sp>
        <p:nvSpPr>
          <p:cNvPr id="3" name="Text 1"/>
          <p:cNvSpPr/>
          <p:nvPr/>
        </p:nvSpPr>
        <p:spPr>
          <a:xfrm>
            <a:off x="201168" y="0"/>
            <a:ext cx="8229600" cy="457200"/>
          </a:xfrm>
          <a:prstGeom prst="rect">
            <a:avLst/>
          </a:prstGeom>
          <a:noFill/>
          <a:ln/>
        </p:spPr>
        <p:txBody>
          <a:bodyPr wrap="square" lIns="0" tIns="0" rIns="0" bIns="0" rtlCol="0" anchor="ctr"/>
          <a:lstStyle/>
          <a:p>
            <a:pPr marL="0" indent="0" algn="l">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marL="0" indent="0" algn="r">
              <a:buNone/>
            </a:pPr>
            <a:r>
              <a:rPr lang="en-US" sz="1100" dirty="0">
                <a:solidFill>
                  <a:srgbClr val="388849"/>
                </a:solidFill>
              </a:rPr>
              <a:t>Web Browser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txBody>
          <a:bodyPr/>
          <a:lstStyle/>
          <a:p>
            <a:endParaRPr lang="en-US"/>
          </a:p>
        </p:txBody>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txBody>
          <a:bodyPr/>
          <a:lstStyle/>
          <a:p>
            <a:endParaRPr lang="en-US"/>
          </a:p>
        </p:txBody>
      </p:sp>
      <p:sp>
        <p:nvSpPr>
          <p:cNvPr id="7" name="Text 5"/>
          <p:cNvSpPr/>
          <p:nvPr/>
        </p:nvSpPr>
        <p:spPr>
          <a:xfrm>
            <a:off x="256032" y="521208"/>
            <a:ext cx="1005840" cy="219456"/>
          </a:xfrm>
          <a:prstGeom prst="rect">
            <a:avLst/>
          </a:prstGeom>
          <a:noFill/>
          <a:ln/>
        </p:spPr>
        <p:txBody>
          <a:bodyPr wrap="square" lIns="0" tIns="0" rIns="0" bIns="0" rtlCol="0" anchor="ctr"/>
          <a:lstStyle/>
          <a:p>
            <a:pPr marL="0" indent="0" algn="ctr">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txBody>
          <a:bodyPr/>
          <a:lstStyle/>
          <a:p>
            <a:endParaRPr lang="en-US"/>
          </a:p>
        </p:txBody>
      </p:sp>
      <p:sp>
        <p:nvSpPr>
          <p:cNvPr id="9" name="Text 7"/>
          <p:cNvSpPr/>
          <p:nvPr/>
        </p:nvSpPr>
        <p:spPr>
          <a:xfrm>
            <a:off x="1389888" y="521208"/>
            <a:ext cx="1325880" cy="219456"/>
          </a:xfrm>
          <a:prstGeom prst="rect">
            <a:avLst/>
          </a:prstGeom>
          <a:noFill/>
          <a:ln/>
        </p:spPr>
        <p:txBody>
          <a:bodyPr wrap="square" lIns="0" tIns="0" rIns="0" bIns="0" rtlCol="0" anchor="ctr"/>
          <a:lstStyle/>
          <a:p>
            <a:pPr marL="0" indent="0" algn="ctr">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txBody>
          <a:bodyPr/>
          <a:lstStyle/>
          <a:p>
            <a:endParaRPr lang="en-US"/>
          </a:p>
        </p:txBody>
      </p:sp>
      <p:sp>
        <p:nvSpPr>
          <p:cNvPr id="11" name="Text 9"/>
          <p:cNvSpPr/>
          <p:nvPr/>
        </p:nvSpPr>
        <p:spPr>
          <a:xfrm>
            <a:off x="2843784" y="521208"/>
            <a:ext cx="1325880" cy="219456"/>
          </a:xfrm>
          <a:prstGeom prst="rect">
            <a:avLst/>
          </a:prstGeom>
          <a:noFill/>
          <a:ln/>
        </p:spPr>
        <p:txBody>
          <a:bodyPr wrap="square" lIns="0" tIns="0" rIns="0" bIns="0" rtlCol="0" anchor="ctr"/>
          <a:lstStyle/>
          <a:p>
            <a:pPr marL="0" indent="0" algn="ctr">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txBody>
          <a:bodyPr/>
          <a:lstStyle/>
          <a:p>
            <a:endParaRPr lang="en-US"/>
          </a:p>
        </p:txBody>
      </p:sp>
      <p:sp>
        <p:nvSpPr>
          <p:cNvPr id="13" name="Text 11"/>
          <p:cNvSpPr/>
          <p:nvPr/>
        </p:nvSpPr>
        <p:spPr>
          <a:xfrm>
            <a:off x="4297680" y="521208"/>
            <a:ext cx="1005840" cy="219456"/>
          </a:xfrm>
          <a:prstGeom prst="rect">
            <a:avLst/>
          </a:prstGeom>
          <a:noFill/>
          <a:ln/>
        </p:spPr>
        <p:txBody>
          <a:bodyPr wrap="square" lIns="0" tIns="0" rIns="0" bIns="0" rtlCol="0" anchor="ctr"/>
          <a:lstStyle/>
          <a:p>
            <a:pPr marL="0" indent="0" algn="ctr">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txBody>
          <a:bodyPr/>
          <a:lstStyle/>
          <a:p>
            <a:endParaRPr lang="en-US"/>
          </a:p>
        </p:txBody>
      </p:sp>
      <p:sp>
        <p:nvSpPr>
          <p:cNvPr id="15" name="Text 13"/>
          <p:cNvSpPr/>
          <p:nvPr/>
        </p:nvSpPr>
        <p:spPr>
          <a:xfrm>
            <a:off x="5431536" y="521208"/>
            <a:ext cx="2377440" cy="219456"/>
          </a:xfrm>
          <a:prstGeom prst="rect">
            <a:avLst/>
          </a:prstGeom>
          <a:noFill/>
          <a:ln/>
        </p:spPr>
        <p:txBody>
          <a:bodyPr wrap="square" lIns="0" tIns="0" rIns="0" bIns="0" rtlCol="0" anchor="ctr"/>
          <a:lstStyle/>
          <a:p>
            <a:pPr marL="0" indent="0" algn="ctr">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txBody>
          <a:bodyPr/>
          <a:lstStyle/>
          <a:p>
            <a:endParaRPr lang="en-US"/>
          </a:p>
        </p:txBody>
      </p:sp>
      <p:sp>
        <p:nvSpPr>
          <p:cNvPr id="17" name="Text 15"/>
          <p:cNvSpPr/>
          <p:nvPr/>
        </p:nvSpPr>
        <p:spPr>
          <a:xfrm>
            <a:off x="201168" y="6876288"/>
            <a:ext cx="5029200" cy="438912"/>
          </a:xfrm>
          <a:prstGeom prst="rect">
            <a:avLst/>
          </a:prstGeom>
          <a:noFill/>
          <a:ln/>
        </p:spPr>
        <p:txBody>
          <a:bodyPr wrap="square" lIns="0" tIns="0" rIns="0" bIns="0" rtlCol="0" anchor="ctr"/>
          <a:lstStyle/>
          <a:p>
            <a:pPr marL="0" indent="0" algn="l">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marL="0" indent="0" algn="ctr">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marL="0" indent="0" algn="r">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txBody>
          <a:bodyPr/>
          <a:lstStyle/>
          <a:p>
            <a:endParaRPr lang="en-US"/>
          </a:p>
        </p:txBody>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22" name="Text 20"/>
          <p:cNvSpPr/>
          <p:nvPr/>
        </p:nvSpPr>
        <p:spPr>
          <a:xfrm>
            <a:off x="182880" y="87782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Video</a:t>
            </a:r>
            <a:endParaRPr lang="en-US" sz="800" dirty="0"/>
          </a:p>
          <a:p>
            <a:pPr marL="0" indent="0" algn="ctr">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25" name="Text 23"/>
          <p:cNvSpPr/>
          <p:nvPr/>
        </p:nvSpPr>
        <p:spPr>
          <a:xfrm>
            <a:off x="1170432"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27" name="Text 25"/>
          <p:cNvSpPr/>
          <p:nvPr/>
        </p:nvSpPr>
        <p:spPr>
          <a:xfrm>
            <a:off x="1170432"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29" name="Text 27"/>
          <p:cNvSpPr/>
          <p:nvPr/>
        </p:nvSpPr>
        <p:spPr>
          <a:xfrm>
            <a:off x="2185416"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1" name="Text 29"/>
          <p:cNvSpPr/>
          <p:nvPr/>
        </p:nvSpPr>
        <p:spPr>
          <a:xfrm>
            <a:off x="2185416"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3" name="Text 31"/>
          <p:cNvSpPr/>
          <p:nvPr/>
        </p:nvSpPr>
        <p:spPr>
          <a:xfrm>
            <a:off x="3200400"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5" name="Text 33"/>
          <p:cNvSpPr/>
          <p:nvPr/>
        </p:nvSpPr>
        <p:spPr>
          <a:xfrm>
            <a:off x="3200400"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txBody>
          <a:bodyPr/>
          <a:lstStyle/>
          <a:p>
            <a:endParaRPr lang="en-US"/>
          </a:p>
        </p:txBody>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38" name="Text 36"/>
          <p:cNvSpPr/>
          <p:nvPr/>
        </p:nvSpPr>
        <p:spPr>
          <a:xfrm>
            <a:off x="182880" y="240944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1" name="Text 39"/>
          <p:cNvSpPr/>
          <p:nvPr/>
        </p:nvSpPr>
        <p:spPr>
          <a:xfrm>
            <a:off x="1170432"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43" name="Text 41"/>
          <p:cNvSpPr/>
          <p:nvPr/>
        </p:nvSpPr>
        <p:spPr>
          <a:xfrm>
            <a:off x="1170432" y="28117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5" name="Text 43"/>
          <p:cNvSpPr/>
          <p:nvPr/>
        </p:nvSpPr>
        <p:spPr>
          <a:xfrm>
            <a:off x="2185416"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47" name="Text 45"/>
          <p:cNvSpPr/>
          <p:nvPr/>
        </p:nvSpPr>
        <p:spPr>
          <a:xfrm>
            <a:off x="2185416" y="28117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txBody>
          <a:bodyPr/>
          <a:lstStyle/>
          <a:p>
            <a:endParaRPr lang="en-US"/>
          </a:p>
        </p:txBody>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50" name="Text 48"/>
          <p:cNvSpPr/>
          <p:nvPr/>
        </p:nvSpPr>
        <p:spPr>
          <a:xfrm>
            <a:off x="182880" y="394106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5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53" name="Text 51"/>
          <p:cNvSpPr/>
          <p:nvPr/>
        </p:nvSpPr>
        <p:spPr>
          <a:xfrm>
            <a:off x="1170432"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55" name="Text 53"/>
          <p:cNvSpPr/>
          <p:nvPr/>
        </p:nvSpPr>
        <p:spPr>
          <a:xfrm>
            <a:off x="1170432"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57" name="Text 55"/>
          <p:cNvSpPr/>
          <p:nvPr/>
        </p:nvSpPr>
        <p:spPr>
          <a:xfrm>
            <a:off x="2185416"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59" name="Text 57"/>
          <p:cNvSpPr/>
          <p:nvPr/>
        </p:nvSpPr>
        <p:spPr>
          <a:xfrm>
            <a:off x="2185416"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1" name="Text 59"/>
          <p:cNvSpPr/>
          <p:nvPr/>
        </p:nvSpPr>
        <p:spPr>
          <a:xfrm>
            <a:off x="3200400"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63" name="Text 61"/>
          <p:cNvSpPr/>
          <p:nvPr/>
        </p:nvSpPr>
        <p:spPr>
          <a:xfrm>
            <a:off x="3200400"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5" name="Text 63"/>
          <p:cNvSpPr/>
          <p:nvPr/>
        </p:nvSpPr>
        <p:spPr>
          <a:xfrm>
            <a:off x="4215384"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67" name="Text 65"/>
          <p:cNvSpPr/>
          <p:nvPr/>
        </p:nvSpPr>
        <p:spPr>
          <a:xfrm>
            <a:off x="4215384"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9" name="Text 67"/>
          <p:cNvSpPr/>
          <p:nvPr/>
        </p:nvSpPr>
        <p:spPr>
          <a:xfrm>
            <a:off x="5230368"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71" name="Text 69"/>
          <p:cNvSpPr/>
          <p:nvPr/>
        </p:nvSpPr>
        <p:spPr>
          <a:xfrm>
            <a:off x="5230368"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3" name="Text 71"/>
          <p:cNvSpPr/>
          <p:nvPr/>
        </p:nvSpPr>
        <p:spPr>
          <a:xfrm>
            <a:off x="6245352"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75" name="Text 73"/>
          <p:cNvSpPr/>
          <p:nvPr/>
        </p:nvSpPr>
        <p:spPr>
          <a:xfrm>
            <a:off x="6245352"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7" name="Text 75"/>
          <p:cNvSpPr/>
          <p:nvPr/>
        </p:nvSpPr>
        <p:spPr>
          <a:xfrm>
            <a:off x="7260336"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txBody>
          <a:bodyPr/>
          <a:lstStyle/>
          <a:p>
            <a:endParaRPr lang="en-US"/>
          </a:p>
        </p:txBody>
      </p:sp>
      <p:sp>
        <p:nvSpPr>
          <p:cNvPr id="79" name="Text 77"/>
          <p:cNvSpPr/>
          <p:nvPr/>
        </p:nvSpPr>
        <p:spPr>
          <a:xfrm>
            <a:off x="7260336" y="4343400"/>
            <a:ext cx="932688" cy="155448"/>
          </a:xfrm>
          <a:prstGeom prst="rect">
            <a:avLst/>
          </a:prstGeom>
          <a:noFill/>
          <a:ln/>
        </p:spPr>
        <p:txBody>
          <a:bodyPr wrap="square" lIns="0" tIns="0" rIns="0" bIns="0" rtlCol="0" anchor="ctr"/>
          <a:lstStyle/>
          <a:p>
            <a:pPr marL="0" indent="0" algn="ctr">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1" name="Text 79"/>
          <p:cNvSpPr/>
          <p:nvPr/>
        </p:nvSpPr>
        <p:spPr>
          <a:xfrm>
            <a:off x="8275320"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txBody>
          <a:bodyPr/>
          <a:lstStyle/>
          <a:p>
            <a:endParaRPr lang="en-US"/>
          </a:p>
        </p:txBody>
      </p:sp>
      <p:sp>
        <p:nvSpPr>
          <p:cNvPr id="83" name="Text 81"/>
          <p:cNvSpPr/>
          <p:nvPr/>
        </p:nvSpPr>
        <p:spPr>
          <a:xfrm>
            <a:off x="8275320" y="4343400"/>
            <a:ext cx="932688" cy="155448"/>
          </a:xfrm>
          <a:prstGeom prst="rect">
            <a:avLst/>
          </a:prstGeom>
          <a:noFill/>
          <a:ln/>
        </p:spPr>
        <p:txBody>
          <a:bodyPr wrap="square" lIns="0" tIns="0" rIns="0" bIns="0" rtlCol="0" anchor="ctr"/>
          <a:lstStyle/>
          <a:p>
            <a:pPr marL="0" indent="0" algn="ctr">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5" name="Text 83"/>
          <p:cNvSpPr/>
          <p:nvPr/>
        </p:nvSpPr>
        <p:spPr>
          <a:xfrm>
            <a:off x="1170432" y="45902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87" name="Text 85"/>
          <p:cNvSpPr/>
          <p:nvPr/>
        </p:nvSpPr>
        <p:spPr>
          <a:xfrm>
            <a:off x="1170432" y="48006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txBody>
          <a:bodyPr/>
          <a:lstStyle/>
          <a:p>
            <a:endParaRPr lang="en-US"/>
          </a:p>
        </p:txBody>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90" name="Text 88"/>
          <p:cNvSpPr/>
          <p:nvPr/>
        </p:nvSpPr>
        <p:spPr>
          <a:xfrm>
            <a:off x="182880" y="547268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5 / 6 In Progress</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3" name="Text 91"/>
          <p:cNvSpPr/>
          <p:nvPr/>
        </p:nvSpPr>
        <p:spPr>
          <a:xfrm>
            <a:off x="1170432"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95" name="Text 93"/>
          <p:cNvSpPr/>
          <p:nvPr/>
        </p:nvSpPr>
        <p:spPr>
          <a:xfrm>
            <a:off x="1170432"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7" name="Text 95"/>
          <p:cNvSpPr/>
          <p:nvPr/>
        </p:nvSpPr>
        <p:spPr>
          <a:xfrm>
            <a:off x="2185416"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99" name="Text 97"/>
          <p:cNvSpPr/>
          <p:nvPr/>
        </p:nvSpPr>
        <p:spPr>
          <a:xfrm>
            <a:off x="2185416"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1" name="Text 99"/>
          <p:cNvSpPr/>
          <p:nvPr/>
        </p:nvSpPr>
        <p:spPr>
          <a:xfrm>
            <a:off x="3200400"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03" name="Text 101"/>
          <p:cNvSpPr/>
          <p:nvPr/>
        </p:nvSpPr>
        <p:spPr>
          <a:xfrm>
            <a:off x="3200400"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5" name="Text 103"/>
          <p:cNvSpPr/>
          <p:nvPr/>
        </p:nvSpPr>
        <p:spPr>
          <a:xfrm>
            <a:off x="4215384"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07" name="Text 105"/>
          <p:cNvSpPr/>
          <p:nvPr/>
        </p:nvSpPr>
        <p:spPr>
          <a:xfrm>
            <a:off x="4215384"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9" name="Text 107"/>
          <p:cNvSpPr/>
          <p:nvPr/>
        </p:nvSpPr>
        <p:spPr>
          <a:xfrm>
            <a:off x="5230368"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11" name="Text 109"/>
          <p:cNvSpPr/>
          <p:nvPr/>
        </p:nvSpPr>
        <p:spPr>
          <a:xfrm>
            <a:off x="5230368"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3" name="Text 111"/>
          <p:cNvSpPr/>
          <p:nvPr/>
        </p:nvSpPr>
        <p:spPr>
          <a:xfrm>
            <a:off x="6245352"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15" name="Text 113"/>
          <p:cNvSpPr/>
          <p:nvPr/>
        </p:nvSpPr>
        <p:spPr>
          <a:xfrm>
            <a:off x="6245352"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txBody>
          <a:bodyPr/>
          <a:lstStyle/>
          <a:p>
            <a:endParaRPr lang="en-US"/>
          </a:p>
        </p:txBody>
      </p:sp>
      <p:sp>
        <p:nvSpPr>
          <p:cNvPr id="117" name="Text 115"/>
          <p:cNvSpPr/>
          <p:nvPr/>
        </p:nvSpPr>
        <p:spPr>
          <a:xfrm>
            <a:off x="9500616" y="950976"/>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txBody>
          <a:bodyPr/>
          <a:lstStyle/>
          <a:p>
            <a:endParaRPr lang="en-US"/>
          </a:p>
        </p:txBody>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txBody>
          <a:bodyPr/>
          <a:lstStyle/>
          <a:p>
            <a:endParaRPr lang="en-US"/>
          </a:p>
        </p:txBody>
      </p:sp>
      <p:sp>
        <p:nvSpPr>
          <p:cNvPr id="120" name="Text 118"/>
          <p:cNvSpPr/>
          <p:nvPr/>
        </p:nvSpPr>
        <p:spPr>
          <a:xfrm>
            <a:off x="9701784" y="1243584"/>
            <a:ext cx="2304288" cy="173736"/>
          </a:xfrm>
          <a:prstGeom prst="rect">
            <a:avLst/>
          </a:prstGeom>
          <a:noFill/>
          <a:ln/>
        </p:spPr>
        <p:txBody>
          <a:bodyPr wrap="square" lIns="0" tIns="0" rIns="0" bIns="0" rtlCol="0" anchor="ctr"/>
          <a:lstStyle/>
          <a:p>
            <a:pPr marL="0" indent="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marL="0" indent="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txBody>
          <a:bodyPr/>
          <a:lstStyle/>
          <a:p>
            <a:endParaRPr lang="en-US"/>
          </a:p>
        </p:txBody>
      </p:sp>
      <p:sp>
        <p:nvSpPr>
          <p:cNvPr id="123" name="Text 121"/>
          <p:cNvSpPr/>
          <p:nvPr/>
        </p:nvSpPr>
        <p:spPr>
          <a:xfrm>
            <a:off x="11494008" y="1453896"/>
            <a:ext cx="658368" cy="137160"/>
          </a:xfrm>
          <a:prstGeom prst="rect">
            <a:avLst/>
          </a:prstGeom>
          <a:noFill/>
          <a:ln/>
        </p:spPr>
        <p:txBody>
          <a:bodyPr wrap="square" lIns="0" tIns="0" rIns="0" bIns="0" rtlCol="0" anchor="ctr"/>
          <a:lstStyle/>
          <a:p>
            <a:pPr marL="0" indent="0" algn="ctr">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txBody>
          <a:bodyPr/>
          <a:lstStyle/>
          <a:p>
            <a:endParaRPr lang="en-US"/>
          </a:p>
        </p:txBody>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txBody>
          <a:bodyPr/>
          <a:lstStyle/>
          <a:p>
            <a:endParaRPr lang="en-US"/>
          </a:p>
        </p:txBody>
      </p:sp>
      <p:sp>
        <p:nvSpPr>
          <p:cNvPr id="126" name="Text 124"/>
          <p:cNvSpPr/>
          <p:nvPr/>
        </p:nvSpPr>
        <p:spPr>
          <a:xfrm>
            <a:off x="9701784" y="1719072"/>
            <a:ext cx="2304288" cy="173736"/>
          </a:xfrm>
          <a:prstGeom prst="rect">
            <a:avLst/>
          </a:prstGeom>
          <a:noFill/>
          <a:ln/>
        </p:spPr>
        <p:txBody>
          <a:bodyPr wrap="square" lIns="0" tIns="0" rIns="0" bIns="0" rtlCol="0" anchor="ctr"/>
          <a:lstStyle/>
          <a:p>
            <a:pPr marL="0" indent="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marL="0" indent="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txBody>
          <a:bodyPr/>
          <a:lstStyle/>
          <a:p>
            <a:endParaRPr lang="en-US"/>
          </a:p>
        </p:txBody>
      </p:sp>
      <p:sp>
        <p:nvSpPr>
          <p:cNvPr id="129" name="Text 127"/>
          <p:cNvSpPr/>
          <p:nvPr/>
        </p:nvSpPr>
        <p:spPr>
          <a:xfrm>
            <a:off x="11494008" y="1929384"/>
            <a:ext cx="658368" cy="137160"/>
          </a:xfrm>
          <a:prstGeom prst="rect">
            <a:avLst/>
          </a:prstGeom>
          <a:noFill/>
          <a:ln/>
        </p:spPr>
        <p:txBody>
          <a:bodyPr wrap="square" lIns="0" tIns="0" rIns="0" bIns="0" rtlCol="0" anchor="ctr"/>
          <a:lstStyle/>
          <a:p>
            <a:pPr marL="0" indent="0" algn="ctr">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txBody>
          <a:bodyPr/>
          <a:lstStyle/>
          <a:p>
            <a:endParaRPr lang="en-US"/>
          </a:p>
        </p:txBody>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txBody>
          <a:bodyPr/>
          <a:lstStyle/>
          <a:p>
            <a:endParaRPr lang="en-US"/>
          </a:p>
        </p:txBody>
      </p:sp>
      <p:sp>
        <p:nvSpPr>
          <p:cNvPr id="132" name="Text 130"/>
          <p:cNvSpPr/>
          <p:nvPr/>
        </p:nvSpPr>
        <p:spPr>
          <a:xfrm>
            <a:off x="9701784" y="2194560"/>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marL="0" indent="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35" name="Text 133"/>
          <p:cNvSpPr/>
          <p:nvPr/>
        </p:nvSpPr>
        <p:spPr>
          <a:xfrm>
            <a:off x="11494008" y="2404872"/>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txBody>
          <a:bodyPr/>
          <a:lstStyle/>
          <a:p>
            <a:endParaRPr lang="en-US"/>
          </a:p>
        </p:txBody>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txBody>
          <a:bodyPr/>
          <a:lstStyle/>
          <a:p>
            <a:endParaRPr lang="en-US"/>
          </a:p>
        </p:txBody>
      </p:sp>
      <p:sp>
        <p:nvSpPr>
          <p:cNvPr id="138" name="Text 136"/>
          <p:cNvSpPr/>
          <p:nvPr/>
        </p:nvSpPr>
        <p:spPr>
          <a:xfrm>
            <a:off x="9701784" y="2670048"/>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marL="0" indent="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41" name="Text 139"/>
          <p:cNvSpPr/>
          <p:nvPr/>
        </p:nvSpPr>
        <p:spPr>
          <a:xfrm>
            <a:off x="11494008" y="2880360"/>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txBody>
          <a:bodyPr/>
          <a:lstStyle/>
          <a:p>
            <a:endParaRPr lang="en-US"/>
          </a:p>
        </p:txBody>
      </p:sp>
      <p:sp>
        <p:nvSpPr>
          <p:cNvPr id="143" name="Text 141"/>
          <p:cNvSpPr/>
          <p:nvPr/>
        </p:nvSpPr>
        <p:spPr>
          <a:xfrm>
            <a:off x="9500616" y="3337560"/>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txBody>
          <a:bodyPr/>
          <a:lstStyle/>
          <a:p>
            <a:endParaRPr lang="en-US"/>
          </a:p>
        </p:txBody>
      </p:sp>
      <p:sp>
        <p:nvSpPr>
          <p:cNvPr id="145" name="Text 143"/>
          <p:cNvSpPr/>
          <p:nvPr/>
        </p:nvSpPr>
        <p:spPr>
          <a:xfrm>
            <a:off x="9500616" y="3584448"/>
            <a:ext cx="822960" cy="173736"/>
          </a:xfrm>
          <a:prstGeom prst="rect">
            <a:avLst/>
          </a:prstGeom>
          <a:noFill/>
          <a:ln/>
        </p:spPr>
        <p:txBody>
          <a:bodyPr wrap="square" lIns="0" tIns="0" rIns="0" bIns="0" rtlCol="0" anchor="ctr"/>
          <a:lstStyle/>
          <a:p>
            <a:pPr marL="0" indent="0" algn="ctr">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147" name="Text 145"/>
          <p:cNvSpPr/>
          <p:nvPr/>
        </p:nvSpPr>
        <p:spPr>
          <a:xfrm>
            <a:off x="9500616" y="3813048"/>
            <a:ext cx="822960" cy="173736"/>
          </a:xfrm>
          <a:prstGeom prst="rect">
            <a:avLst/>
          </a:prstGeom>
          <a:noFill/>
          <a:ln/>
        </p:spPr>
        <p:txBody>
          <a:bodyPr wrap="square" lIns="0" tIns="0" rIns="0" bIns="0" rtlCol="0" anchor="ctr"/>
          <a:lstStyle/>
          <a:p>
            <a:pPr marL="0" indent="0" algn="ctr">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txBody>
          <a:bodyPr/>
          <a:lstStyle/>
          <a:p>
            <a:endParaRPr lang="en-US"/>
          </a:p>
        </p:txBody>
      </p:sp>
      <p:sp>
        <p:nvSpPr>
          <p:cNvPr id="149" name="Text 147"/>
          <p:cNvSpPr/>
          <p:nvPr/>
        </p:nvSpPr>
        <p:spPr>
          <a:xfrm>
            <a:off x="9500616" y="4041648"/>
            <a:ext cx="822960" cy="173736"/>
          </a:xfrm>
          <a:prstGeom prst="rect">
            <a:avLst/>
          </a:prstGeom>
          <a:noFill/>
          <a:ln/>
        </p:spPr>
        <p:txBody>
          <a:bodyPr wrap="square" lIns="0" tIns="0" rIns="0" bIns="0" rtlCol="0" anchor="ctr"/>
          <a:lstStyle/>
          <a:p>
            <a:pPr marL="0" indent="0" algn="ctr">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txBody>
          <a:bodyPr/>
          <a:lstStyle/>
          <a:p>
            <a:endParaRPr lang="en-US"/>
          </a:p>
        </p:txBody>
      </p:sp>
      <p:sp>
        <p:nvSpPr>
          <p:cNvPr id="151" name="Text 149"/>
          <p:cNvSpPr/>
          <p:nvPr/>
        </p:nvSpPr>
        <p:spPr>
          <a:xfrm>
            <a:off x="9500616" y="4270248"/>
            <a:ext cx="822960" cy="173736"/>
          </a:xfrm>
          <a:prstGeom prst="rect">
            <a:avLst/>
          </a:prstGeom>
          <a:noFill/>
          <a:ln/>
        </p:spPr>
        <p:txBody>
          <a:bodyPr wrap="square" lIns="0" tIns="0" rIns="0" bIns="0" rtlCol="0" anchor="ctr"/>
          <a:lstStyle/>
          <a:p>
            <a:pPr marL="0" indent="0" algn="ctr">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txBody>
          <a:bodyPr/>
          <a:lstStyle/>
          <a:p>
            <a:endParaRPr lang="en-US"/>
          </a:p>
        </p:txBody>
      </p:sp>
      <p:sp>
        <p:nvSpPr>
          <p:cNvPr id="3" name="Text 1"/>
          <p:cNvSpPr/>
          <p:nvPr/>
        </p:nvSpPr>
        <p:spPr>
          <a:xfrm>
            <a:off x="201168" y="0"/>
            <a:ext cx="8229600" cy="457200"/>
          </a:xfrm>
          <a:prstGeom prst="rect">
            <a:avLst/>
          </a:prstGeom>
          <a:noFill/>
          <a:ln/>
        </p:spPr>
        <p:txBody>
          <a:bodyPr wrap="square" lIns="0" tIns="0" rIns="0" bIns="0" rtlCol="0" anchor="ctr"/>
          <a:lstStyle/>
          <a:p>
            <a:pPr marL="0" indent="0" algn="l">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marL="0" indent="0" algn="r">
              <a:buNone/>
            </a:pPr>
            <a:r>
              <a:rPr lang="en-US" sz="1100" dirty="0">
                <a:solidFill>
                  <a:srgbClr val="388849"/>
                </a:solidFill>
              </a:rPr>
              <a:t>iPhone · iPad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txBody>
          <a:bodyPr/>
          <a:lstStyle/>
          <a:p>
            <a:endParaRPr lang="en-US"/>
          </a:p>
        </p:txBody>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txBody>
          <a:bodyPr/>
          <a:lstStyle/>
          <a:p>
            <a:endParaRPr lang="en-US"/>
          </a:p>
        </p:txBody>
      </p:sp>
      <p:sp>
        <p:nvSpPr>
          <p:cNvPr id="7" name="Text 5"/>
          <p:cNvSpPr/>
          <p:nvPr/>
        </p:nvSpPr>
        <p:spPr>
          <a:xfrm>
            <a:off x="256032" y="521208"/>
            <a:ext cx="1005840" cy="219456"/>
          </a:xfrm>
          <a:prstGeom prst="rect">
            <a:avLst/>
          </a:prstGeom>
          <a:noFill/>
          <a:ln/>
        </p:spPr>
        <p:txBody>
          <a:bodyPr wrap="square" lIns="0" tIns="0" rIns="0" bIns="0" rtlCol="0" anchor="ctr"/>
          <a:lstStyle/>
          <a:p>
            <a:pPr marL="0" indent="0" algn="ctr">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txBody>
          <a:bodyPr/>
          <a:lstStyle/>
          <a:p>
            <a:endParaRPr lang="en-US"/>
          </a:p>
        </p:txBody>
      </p:sp>
      <p:sp>
        <p:nvSpPr>
          <p:cNvPr id="9" name="Text 7"/>
          <p:cNvSpPr/>
          <p:nvPr/>
        </p:nvSpPr>
        <p:spPr>
          <a:xfrm>
            <a:off x="1389888" y="521208"/>
            <a:ext cx="1325880" cy="219456"/>
          </a:xfrm>
          <a:prstGeom prst="rect">
            <a:avLst/>
          </a:prstGeom>
          <a:noFill/>
          <a:ln/>
        </p:spPr>
        <p:txBody>
          <a:bodyPr wrap="square" lIns="0" tIns="0" rIns="0" bIns="0" rtlCol="0" anchor="ctr"/>
          <a:lstStyle/>
          <a:p>
            <a:pPr marL="0" indent="0" algn="ctr">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txBody>
          <a:bodyPr/>
          <a:lstStyle/>
          <a:p>
            <a:endParaRPr lang="en-US"/>
          </a:p>
        </p:txBody>
      </p:sp>
      <p:sp>
        <p:nvSpPr>
          <p:cNvPr id="11" name="Text 9"/>
          <p:cNvSpPr/>
          <p:nvPr/>
        </p:nvSpPr>
        <p:spPr>
          <a:xfrm>
            <a:off x="2843784" y="521208"/>
            <a:ext cx="1325880" cy="219456"/>
          </a:xfrm>
          <a:prstGeom prst="rect">
            <a:avLst/>
          </a:prstGeom>
          <a:noFill/>
          <a:ln/>
        </p:spPr>
        <p:txBody>
          <a:bodyPr wrap="square" lIns="0" tIns="0" rIns="0" bIns="0" rtlCol="0" anchor="ctr"/>
          <a:lstStyle/>
          <a:p>
            <a:pPr marL="0" indent="0" algn="ctr">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txBody>
          <a:bodyPr/>
          <a:lstStyle/>
          <a:p>
            <a:endParaRPr lang="en-US"/>
          </a:p>
        </p:txBody>
      </p:sp>
      <p:sp>
        <p:nvSpPr>
          <p:cNvPr id="13" name="Text 11"/>
          <p:cNvSpPr/>
          <p:nvPr/>
        </p:nvSpPr>
        <p:spPr>
          <a:xfrm>
            <a:off x="4297680" y="521208"/>
            <a:ext cx="1005840" cy="219456"/>
          </a:xfrm>
          <a:prstGeom prst="rect">
            <a:avLst/>
          </a:prstGeom>
          <a:noFill/>
          <a:ln/>
        </p:spPr>
        <p:txBody>
          <a:bodyPr wrap="square" lIns="0" tIns="0" rIns="0" bIns="0" rtlCol="0" anchor="ctr"/>
          <a:lstStyle/>
          <a:p>
            <a:pPr marL="0" indent="0" algn="ctr">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txBody>
          <a:bodyPr/>
          <a:lstStyle/>
          <a:p>
            <a:endParaRPr lang="en-US"/>
          </a:p>
        </p:txBody>
      </p:sp>
      <p:sp>
        <p:nvSpPr>
          <p:cNvPr id="15" name="Text 13"/>
          <p:cNvSpPr/>
          <p:nvPr/>
        </p:nvSpPr>
        <p:spPr>
          <a:xfrm>
            <a:off x="5431536" y="521208"/>
            <a:ext cx="2377440" cy="219456"/>
          </a:xfrm>
          <a:prstGeom prst="rect">
            <a:avLst/>
          </a:prstGeom>
          <a:noFill/>
          <a:ln/>
        </p:spPr>
        <p:txBody>
          <a:bodyPr wrap="square" lIns="0" tIns="0" rIns="0" bIns="0" rtlCol="0" anchor="ctr"/>
          <a:lstStyle/>
          <a:p>
            <a:pPr marL="0" indent="0" algn="ctr">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txBody>
          <a:bodyPr/>
          <a:lstStyle/>
          <a:p>
            <a:endParaRPr lang="en-US"/>
          </a:p>
        </p:txBody>
      </p:sp>
      <p:sp>
        <p:nvSpPr>
          <p:cNvPr id="17" name="Text 15"/>
          <p:cNvSpPr/>
          <p:nvPr/>
        </p:nvSpPr>
        <p:spPr>
          <a:xfrm>
            <a:off x="201168" y="6876288"/>
            <a:ext cx="5029200" cy="438912"/>
          </a:xfrm>
          <a:prstGeom prst="rect">
            <a:avLst/>
          </a:prstGeom>
          <a:noFill/>
          <a:ln/>
        </p:spPr>
        <p:txBody>
          <a:bodyPr wrap="square" lIns="0" tIns="0" rIns="0" bIns="0" rtlCol="0" anchor="ctr"/>
          <a:lstStyle/>
          <a:p>
            <a:pPr marL="0" indent="0" algn="l">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marL="0" indent="0" algn="ctr">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marL="0" indent="0" algn="r">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txBody>
          <a:bodyPr/>
          <a:lstStyle/>
          <a:p>
            <a:endParaRPr lang="en-US"/>
          </a:p>
        </p:txBody>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22" name="Text 20"/>
          <p:cNvSpPr/>
          <p:nvPr/>
        </p:nvSpPr>
        <p:spPr>
          <a:xfrm>
            <a:off x="182880" y="87782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Video</a:t>
            </a:r>
            <a:endParaRPr lang="en-US" sz="800" dirty="0"/>
          </a:p>
          <a:p>
            <a:pPr marL="0" indent="0" algn="ctr">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25" name="Text 23"/>
          <p:cNvSpPr/>
          <p:nvPr/>
        </p:nvSpPr>
        <p:spPr>
          <a:xfrm>
            <a:off x="1170432"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27" name="Text 25"/>
          <p:cNvSpPr/>
          <p:nvPr/>
        </p:nvSpPr>
        <p:spPr>
          <a:xfrm>
            <a:off x="1170432"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29" name="Text 27"/>
          <p:cNvSpPr/>
          <p:nvPr/>
        </p:nvSpPr>
        <p:spPr>
          <a:xfrm>
            <a:off x="2185416"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1" name="Text 29"/>
          <p:cNvSpPr/>
          <p:nvPr/>
        </p:nvSpPr>
        <p:spPr>
          <a:xfrm>
            <a:off x="2185416"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3" name="Text 31"/>
          <p:cNvSpPr/>
          <p:nvPr/>
        </p:nvSpPr>
        <p:spPr>
          <a:xfrm>
            <a:off x="3200400"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5" name="Text 33"/>
          <p:cNvSpPr/>
          <p:nvPr/>
        </p:nvSpPr>
        <p:spPr>
          <a:xfrm>
            <a:off x="3200400"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7" name="Text 35"/>
          <p:cNvSpPr/>
          <p:nvPr/>
        </p:nvSpPr>
        <p:spPr>
          <a:xfrm>
            <a:off x="4215384"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9" name="Text 37"/>
          <p:cNvSpPr/>
          <p:nvPr/>
        </p:nvSpPr>
        <p:spPr>
          <a:xfrm>
            <a:off x="4215384"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txBody>
          <a:bodyPr/>
          <a:lstStyle/>
          <a:p>
            <a:endParaRPr lang="en-US"/>
          </a:p>
        </p:txBody>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42" name="Text 40"/>
          <p:cNvSpPr/>
          <p:nvPr/>
        </p:nvSpPr>
        <p:spPr>
          <a:xfrm>
            <a:off x="182880" y="240944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5" name="Text 43"/>
          <p:cNvSpPr/>
          <p:nvPr/>
        </p:nvSpPr>
        <p:spPr>
          <a:xfrm>
            <a:off x="1170432"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47" name="Text 45"/>
          <p:cNvSpPr/>
          <p:nvPr/>
        </p:nvSpPr>
        <p:spPr>
          <a:xfrm>
            <a:off x="1170432" y="28117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9" name="Text 47"/>
          <p:cNvSpPr/>
          <p:nvPr/>
        </p:nvSpPr>
        <p:spPr>
          <a:xfrm>
            <a:off x="2185416"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51" name="Text 49"/>
          <p:cNvSpPr/>
          <p:nvPr/>
        </p:nvSpPr>
        <p:spPr>
          <a:xfrm>
            <a:off x="2185416" y="28117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txBody>
          <a:bodyPr/>
          <a:lstStyle/>
          <a:p>
            <a:endParaRPr lang="en-US"/>
          </a:p>
        </p:txBody>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54" name="Text 52"/>
          <p:cNvSpPr/>
          <p:nvPr/>
        </p:nvSpPr>
        <p:spPr>
          <a:xfrm>
            <a:off x="182880" y="394106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5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57" name="Text 55"/>
          <p:cNvSpPr/>
          <p:nvPr/>
        </p:nvSpPr>
        <p:spPr>
          <a:xfrm>
            <a:off x="1170432"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59" name="Text 57"/>
          <p:cNvSpPr/>
          <p:nvPr/>
        </p:nvSpPr>
        <p:spPr>
          <a:xfrm>
            <a:off x="1170432"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1" name="Text 59"/>
          <p:cNvSpPr/>
          <p:nvPr/>
        </p:nvSpPr>
        <p:spPr>
          <a:xfrm>
            <a:off x="2185416"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63" name="Text 61"/>
          <p:cNvSpPr/>
          <p:nvPr/>
        </p:nvSpPr>
        <p:spPr>
          <a:xfrm>
            <a:off x="2185416"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5" name="Text 63"/>
          <p:cNvSpPr/>
          <p:nvPr/>
        </p:nvSpPr>
        <p:spPr>
          <a:xfrm>
            <a:off x="3200400"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67" name="Text 65"/>
          <p:cNvSpPr/>
          <p:nvPr/>
        </p:nvSpPr>
        <p:spPr>
          <a:xfrm>
            <a:off x="3200400"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9" name="Text 67"/>
          <p:cNvSpPr/>
          <p:nvPr/>
        </p:nvSpPr>
        <p:spPr>
          <a:xfrm>
            <a:off x="4215384"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1" name="Text 69"/>
          <p:cNvSpPr/>
          <p:nvPr/>
        </p:nvSpPr>
        <p:spPr>
          <a:xfrm>
            <a:off x="4215384"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3" name="Text 71"/>
          <p:cNvSpPr/>
          <p:nvPr/>
        </p:nvSpPr>
        <p:spPr>
          <a:xfrm>
            <a:off x="5230368"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75" name="Text 73"/>
          <p:cNvSpPr/>
          <p:nvPr/>
        </p:nvSpPr>
        <p:spPr>
          <a:xfrm>
            <a:off x="5230368"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7" name="Text 75"/>
          <p:cNvSpPr/>
          <p:nvPr/>
        </p:nvSpPr>
        <p:spPr>
          <a:xfrm>
            <a:off x="6245352"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79" name="Text 77"/>
          <p:cNvSpPr/>
          <p:nvPr/>
        </p:nvSpPr>
        <p:spPr>
          <a:xfrm>
            <a:off x="6245352"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1" name="Text 79"/>
          <p:cNvSpPr/>
          <p:nvPr/>
        </p:nvSpPr>
        <p:spPr>
          <a:xfrm>
            <a:off x="7260336"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txBody>
          <a:bodyPr/>
          <a:lstStyle/>
          <a:p>
            <a:endParaRPr lang="en-US"/>
          </a:p>
        </p:txBody>
      </p:sp>
      <p:sp>
        <p:nvSpPr>
          <p:cNvPr id="83" name="Text 81"/>
          <p:cNvSpPr/>
          <p:nvPr/>
        </p:nvSpPr>
        <p:spPr>
          <a:xfrm>
            <a:off x="7260336" y="4343400"/>
            <a:ext cx="932688" cy="155448"/>
          </a:xfrm>
          <a:prstGeom prst="rect">
            <a:avLst/>
          </a:prstGeom>
          <a:noFill/>
          <a:ln/>
        </p:spPr>
        <p:txBody>
          <a:bodyPr wrap="square" lIns="0" tIns="0" rIns="0" bIns="0" rtlCol="0" anchor="ctr"/>
          <a:lstStyle/>
          <a:p>
            <a:pPr marL="0" indent="0" algn="ctr">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5" name="Text 83"/>
          <p:cNvSpPr/>
          <p:nvPr/>
        </p:nvSpPr>
        <p:spPr>
          <a:xfrm>
            <a:off x="8275320"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txBody>
          <a:bodyPr/>
          <a:lstStyle/>
          <a:p>
            <a:endParaRPr lang="en-US"/>
          </a:p>
        </p:txBody>
      </p:sp>
      <p:sp>
        <p:nvSpPr>
          <p:cNvPr id="87" name="Text 85"/>
          <p:cNvSpPr/>
          <p:nvPr/>
        </p:nvSpPr>
        <p:spPr>
          <a:xfrm>
            <a:off x="8275320" y="4343400"/>
            <a:ext cx="932688" cy="155448"/>
          </a:xfrm>
          <a:prstGeom prst="rect">
            <a:avLst/>
          </a:prstGeom>
          <a:noFill/>
          <a:ln/>
        </p:spPr>
        <p:txBody>
          <a:bodyPr wrap="square" lIns="0" tIns="0" rIns="0" bIns="0" rtlCol="0" anchor="ctr"/>
          <a:lstStyle/>
          <a:p>
            <a:pPr marL="0" indent="0" algn="ctr">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9" name="Text 87"/>
          <p:cNvSpPr/>
          <p:nvPr/>
        </p:nvSpPr>
        <p:spPr>
          <a:xfrm>
            <a:off x="1170432" y="45902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91" name="Text 89"/>
          <p:cNvSpPr/>
          <p:nvPr/>
        </p:nvSpPr>
        <p:spPr>
          <a:xfrm>
            <a:off x="1170432" y="48006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txBody>
          <a:bodyPr/>
          <a:lstStyle/>
          <a:p>
            <a:endParaRPr lang="en-US"/>
          </a:p>
        </p:txBody>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94" name="Text 92"/>
          <p:cNvSpPr/>
          <p:nvPr/>
        </p:nvSpPr>
        <p:spPr>
          <a:xfrm>
            <a:off x="182880" y="547268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5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7" name="Text 95"/>
          <p:cNvSpPr/>
          <p:nvPr/>
        </p:nvSpPr>
        <p:spPr>
          <a:xfrm>
            <a:off x="1170432"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99" name="Text 97"/>
          <p:cNvSpPr/>
          <p:nvPr/>
        </p:nvSpPr>
        <p:spPr>
          <a:xfrm>
            <a:off x="1170432"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1" name="Text 99"/>
          <p:cNvSpPr/>
          <p:nvPr/>
        </p:nvSpPr>
        <p:spPr>
          <a:xfrm>
            <a:off x="2185416"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03" name="Text 101"/>
          <p:cNvSpPr/>
          <p:nvPr/>
        </p:nvSpPr>
        <p:spPr>
          <a:xfrm>
            <a:off x="2185416"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5" name="Text 103"/>
          <p:cNvSpPr/>
          <p:nvPr/>
        </p:nvSpPr>
        <p:spPr>
          <a:xfrm>
            <a:off x="3200400"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07" name="Text 105"/>
          <p:cNvSpPr/>
          <p:nvPr/>
        </p:nvSpPr>
        <p:spPr>
          <a:xfrm>
            <a:off x="3200400"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9" name="Text 107"/>
          <p:cNvSpPr/>
          <p:nvPr/>
        </p:nvSpPr>
        <p:spPr>
          <a:xfrm>
            <a:off x="4215384"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11" name="Text 109"/>
          <p:cNvSpPr/>
          <p:nvPr/>
        </p:nvSpPr>
        <p:spPr>
          <a:xfrm>
            <a:off x="4215384"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3" name="Text 111"/>
          <p:cNvSpPr/>
          <p:nvPr/>
        </p:nvSpPr>
        <p:spPr>
          <a:xfrm>
            <a:off x="5230368"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15" name="Text 113"/>
          <p:cNvSpPr/>
          <p:nvPr/>
        </p:nvSpPr>
        <p:spPr>
          <a:xfrm>
            <a:off x="5230368"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7" name="Text 115"/>
          <p:cNvSpPr/>
          <p:nvPr/>
        </p:nvSpPr>
        <p:spPr>
          <a:xfrm>
            <a:off x="6245352"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19" name="Text 117"/>
          <p:cNvSpPr/>
          <p:nvPr/>
        </p:nvSpPr>
        <p:spPr>
          <a:xfrm>
            <a:off x="6245352"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txBody>
          <a:bodyPr/>
          <a:lstStyle/>
          <a:p>
            <a:endParaRPr lang="en-US"/>
          </a:p>
        </p:txBody>
      </p:sp>
      <p:sp>
        <p:nvSpPr>
          <p:cNvPr id="121" name="Text 119"/>
          <p:cNvSpPr/>
          <p:nvPr/>
        </p:nvSpPr>
        <p:spPr>
          <a:xfrm>
            <a:off x="9500616" y="950976"/>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txBody>
          <a:bodyPr/>
          <a:lstStyle/>
          <a:p>
            <a:endParaRPr lang="en-US"/>
          </a:p>
        </p:txBody>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txBody>
          <a:bodyPr/>
          <a:lstStyle/>
          <a:p>
            <a:endParaRPr lang="en-US"/>
          </a:p>
        </p:txBody>
      </p:sp>
      <p:sp>
        <p:nvSpPr>
          <p:cNvPr id="124" name="Text 122"/>
          <p:cNvSpPr/>
          <p:nvPr/>
        </p:nvSpPr>
        <p:spPr>
          <a:xfrm>
            <a:off x="9701784" y="1243584"/>
            <a:ext cx="2304288" cy="173736"/>
          </a:xfrm>
          <a:prstGeom prst="rect">
            <a:avLst/>
          </a:prstGeom>
          <a:noFill/>
          <a:ln/>
        </p:spPr>
        <p:txBody>
          <a:bodyPr wrap="square" lIns="0" tIns="0" rIns="0" bIns="0" rtlCol="0" anchor="ctr"/>
          <a:lstStyle/>
          <a:p>
            <a:pPr marL="0" indent="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marL="0" indent="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txBody>
          <a:bodyPr/>
          <a:lstStyle/>
          <a:p>
            <a:endParaRPr lang="en-US"/>
          </a:p>
        </p:txBody>
      </p:sp>
      <p:sp>
        <p:nvSpPr>
          <p:cNvPr id="127" name="Text 125"/>
          <p:cNvSpPr/>
          <p:nvPr/>
        </p:nvSpPr>
        <p:spPr>
          <a:xfrm>
            <a:off x="11494008" y="1453896"/>
            <a:ext cx="658368" cy="137160"/>
          </a:xfrm>
          <a:prstGeom prst="rect">
            <a:avLst/>
          </a:prstGeom>
          <a:noFill/>
          <a:ln/>
        </p:spPr>
        <p:txBody>
          <a:bodyPr wrap="square" lIns="0" tIns="0" rIns="0" bIns="0" rtlCol="0" anchor="ctr"/>
          <a:lstStyle/>
          <a:p>
            <a:pPr marL="0" indent="0" algn="ctr">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txBody>
          <a:bodyPr/>
          <a:lstStyle/>
          <a:p>
            <a:endParaRPr lang="en-US"/>
          </a:p>
        </p:txBody>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txBody>
          <a:bodyPr/>
          <a:lstStyle/>
          <a:p>
            <a:endParaRPr lang="en-US"/>
          </a:p>
        </p:txBody>
      </p:sp>
      <p:sp>
        <p:nvSpPr>
          <p:cNvPr id="130" name="Text 128"/>
          <p:cNvSpPr/>
          <p:nvPr/>
        </p:nvSpPr>
        <p:spPr>
          <a:xfrm>
            <a:off x="9701784" y="1719072"/>
            <a:ext cx="2304288" cy="173736"/>
          </a:xfrm>
          <a:prstGeom prst="rect">
            <a:avLst/>
          </a:prstGeom>
          <a:noFill/>
          <a:ln/>
        </p:spPr>
        <p:txBody>
          <a:bodyPr wrap="square" lIns="0" tIns="0" rIns="0" bIns="0" rtlCol="0" anchor="ctr"/>
          <a:lstStyle/>
          <a:p>
            <a:pPr marL="0" indent="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marL="0" indent="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txBody>
          <a:bodyPr/>
          <a:lstStyle/>
          <a:p>
            <a:endParaRPr lang="en-US"/>
          </a:p>
        </p:txBody>
      </p:sp>
      <p:sp>
        <p:nvSpPr>
          <p:cNvPr id="133" name="Text 131"/>
          <p:cNvSpPr/>
          <p:nvPr/>
        </p:nvSpPr>
        <p:spPr>
          <a:xfrm>
            <a:off x="11494008" y="1929384"/>
            <a:ext cx="658368" cy="137160"/>
          </a:xfrm>
          <a:prstGeom prst="rect">
            <a:avLst/>
          </a:prstGeom>
          <a:noFill/>
          <a:ln/>
        </p:spPr>
        <p:txBody>
          <a:bodyPr wrap="square" lIns="0" tIns="0" rIns="0" bIns="0" rtlCol="0" anchor="ctr"/>
          <a:lstStyle/>
          <a:p>
            <a:pPr marL="0" indent="0" algn="ctr">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txBody>
          <a:bodyPr/>
          <a:lstStyle/>
          <a:p>
            <a:endParaRPr lang="en-US"/>
          </a:p>
        </p:txBody>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txBody>
          <a:bodyPr/>
          <a:lstStyle/>
          <a:p>
            <a:endParaRPr lang="en-US"/>
          </a:p>
        </p:txBody>
      </p:sp>
      <p:sp>
        <p:nvSpPr>
          <p:cNvPr id="136" name="Text 134"/>
          <p:cNvSpPr/>
          <p:nvPr/>
        </p:nvSpPr>
        <p:spPr>
          <a:xfrm>
            <a:off x="9701784" y="2194560"/>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marL="0" indent="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39" name="Text 137"/>
          <p:cNvSpPr/>
          <p:nvPr/>
        </p:nvSpPr>
        <p:spPr>
          <a:xfrm>
            <a:off x="11494008" y="2404872"/>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txBody>
          <a:bodyPr/>
          <a:lstStyle/>
          <a:p>
            <a:endParaRPr lang="en-US"/>
          </a:p>
        </p:txBody>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txBody>
          <a:bodyPr/>
          <a:lstStyle/>
          <a:p>
            <a:endParaRPr lang="en-US"/>
          </a:p>
        </p:txBody>
      </p:sp>
      <p:sp>
        <p:nvSpPr>
          <p:cNvPr id="142" name="Text 140"/>
          <p:cNvSpPr/>
          <p:nvPr/>
        </p:nvSpPr>
        <p:spPr>
          <a:xfrm>
            <a:off x="9701784" y="2670048"/>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marL="0" indent="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45" name="Text 143"/>
          <p:cNvSpPr/>
          <p:nvPr/>
        </p:nvSpPr>
        <p:spPr>
          <a:xfrm>
            <a:off x="11494008" y="2880360"/>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txBody>
          <a:bodyPr/>
          <a:lstStyle/>
          <a:p>
            <a:endParaRPr lang="en-US"/>
          </a:p>
        </p:txBody>
      </p:sp>
      <p:sp>
        <p:nvSpPr>
          <p:cNvPr id="147" name="Text 145"/>
          <p:cNvSpPr/>
          <p:nvPr/>
        </p:nvSpPr>
        <p:spPr>
          <a:xfrm>
            <a:off x="9500616" y="3337560"/>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txBody>
          <a:bodyPr/>
          <a:lstStyle/>
          <a:p>
            <a:endParaRPr lang="en-US"/>
          </a:p>
        </p:txBody>
      </p:sp>
      <p:sp>
        <p:nvSpPr>
          <p:cNvPr id="149" name="Text 147"/>
          <p:cNvSpPr/>
          <p:nvPr/>
        </p:nvSpPr>
        <p:spPr>
          <a:xfrm>
            <a:off x="9500616" y="3584448"/>
            <a:ext cx="822960" cy="173736"/>
          </a:xfrm>
          <a:prstGeom prst="rect">
            <a:avLst/>
          </a:prstGeom>
          <a:noFill/>
          <a:ln/>
        </p:spPr>
        <p:txBody>
          <a:bodyPr wrap="square" lIns="0" tIns="0" rIns="0" bIns="0" rtlCol="0" anchor="ctr"/>
          <a:lstStyle/>
          <a:p>
            <a:pPr marL="0" indent="0" algn="ctr">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151" name="Text 149"/>
          <p:cNvSpPr/>
          <p:nvPr/>
        </p:nvSpPr>
        <p:spPr>
          <a:xfrm>
            <a:off x="9500616" y="3813048"/>
            <a:ext cx="822960" cy="173736"/>
          </a:xfrm>
          <a:prstGeom prst="rect">
            <a:avLst/>
          </a:prstGeom>
          <a:noFill/>
          <a:ln/>
        </p:spPr>
        <p:txBody>
          <a:bodyPr wrap="square" lIns="0" tIns="0" rIns="0" bIns="0" rtlCol="0" anchor="ctr"/>
          <a:lstStyle/>
          <a:p>
            <a:pPr marL="0" indent="0" algn="ctr">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txBody>
          <a:bodyPr/>
          <a:lstStyle/>
          <a:p>
            <a:endParaRPr lang="en-US"/>
          </a:p>
        </p:txBody>
      </p:sp>
      <p:sp>
        <p:nvSpPr>
          <p:cNvPr id="153" name="Text 151"/>
          <p:cNvSpPr/>
          <p:nvPr/>
        </p:nvSpPr>
        <p:spPr>
          <a:xfrm>
            <a:off x="9500616" y="4041648"/>
            <a:ext cx="822960" cy="173736"/>
          </a:xfrm>
          <a:prstGeom prst="rect">
            <a:avLst/>
          </a:prstGeom>
          <a:noFill/>
          <a:ln/>
        </p:spPr>
        <p:txBody>
          <a:bodyPr wrap="square" lIns="0" tIns="0" rIns="0" bIns="0" rtlCol="0" anchor="ctr"/>
          <a:lstStyle/>
          <a:p>
            <a:pPr marL="0" indent="0" algn="ctr">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txBody>
          <a:bodyPr/>
          <a:lstStyle/>
          <a:p>
            <a:endParaRPr lang="en-US"/>
          </a:p>
        </p:txBody>
      </p:sp>
      <p:sp>
        <p:nvSpPr>
          <p:cNvPr id="155" name="Text 153"/>
          <p:cNvSpPr/>
          <p:nvPr/>
        </p:nvSpPr>
        <p:spPr>
          <a:xfrm>
            <a:off x="9500616" y="4270248"/>
            <a:ext cx="822960" cy="173736"/>
          </a:xfrm>
          <a:prstGeom prst="rect">
            <a:avLst/>
          </a:prstGeom>
          <a:noFill/>
          <a:ln/>
        </p:spPr>
        <p:txBody>
          <a:bodyPr wrap="square" lIns="0" tIns="0" rIns="0" bIns="0" rtlCol="0" anchor="ctr"/>
          <a:lstStyle/>
          <a:p>
            <a:pPr marL="0" indent="0" algn="ctr">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txBody>
          <a:bodyPr/>
          <a:lstStyle/>
          <a:p>
            <a:endParaRPr lang="en-US"/>
          </a:p>
        </p:txBody>
      </p:sp>
      <p:sp>
        <p:nvSpPr>
          <p:cNvPr id="3" name="Text 1"/>
          <p:cNvSpPr/>
          <p:nvPr/>
        </p:nvSpPr>
        <p:spPr>
          <a:xfrm>
            <a:off x="201168" y="0"/>
            <a:ext cx="8229600" cy="457200"/>
          </a:xfrm>
          <a:prstGeom prst="rect">
            <a:avLst/>
          </a:prstGeom>
          <a:noFill/>
          <a:ln/>
        </p:spPr>
        <p:txBody>
          <a:bodyPr wrap="square" lIns="0" tIns="0" rIns="0" bIns="0" rtlCol="0" anchor="ctr"/>
          <a:lstStyle/>
          <a:p>
            <a:pPr marL="0" indent="0" algn="l">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marL="0" indent="0" algn="r">
              <a:buNone/>
            </a:pPr>
            <a:r>
              <a:rPr lang="en-US" sz="1100" dirty="0">
                <a:solidFill>
                  <a:srgbClr val="388849"/>
                </a:solidFill>
              </a:rPr>
              <a:t>Android Phone · Tablet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txBody>
          <a:bodyPr/>
          <a:lstStyle/>
          <a:p>
            <a:endParaRPr lang="en-US"/>
          </a:p>
        </p:txBody>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txBody>
          <a:bodyPr/>
          <a:lstStyle/>
          <a:p>
            <a:endParaRPr lang="en-US"/>
          </a:p>
        </p:txBody>
      </p:sp>
      <p:sp>
        <p:nvSpPr>
          <p:cNvPr id="7" name="Text 5"/>
          <p:cNvSpPr/>
          <p:nvPr/>
        </p:nvSpPr>
        <p:spPr>
          <a:xfrm>
            <a:off x="256032" y="521208"/>
            <a:ext cx="1005840" cy="219456"/>
          </a:xfrm>
          <a:prstGeom prst="rect">
            <a:avLst/>
          </a:prstGeom>
          <a:noFill/>
          <a:ln/>
        </p:spPr>
        <p:txBody>
          <a:bodyPr wrap="square" lIns="0" tIns="0" rIns="0" bIns="0" rtlCol="0" anchor="ctr"/>
          <a:lstStyle/>
          <a:p>
            <a:pPr marL="0" indent="0" algn="ctr">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txBody>
          <a:bodyPr/>
          <a:lstStyle/>
          <a:p>
            <a:endParaRPr lang="en-US"/>
          </a:p>
        </p:txBody>
      </p:sp>
      <p:sp>
        <p:nvSpPr>
          <p:cNvPr id="9" name="Text 7"/>
          <p:cNvSpPr/>
          <p:nvPr/>
        </p:nvSpPr>
        <p:spPr>
          <a:xfrm>
            <a:off x="1389888" y="521208"/>
            <a:ext cx="1325880" cy="219456"/>
          </a:xfrm>
          <a:prstGeom prst="rect">
            <a:avLst/>
          </a:prstGeom>
          <a:noFill/>
          <a:ln/>
        </p:spPr>
        <p:txBody>
          <a:bodyPr wrap="square" lIns="0" tIns="0" rIns="0" bIns="0" rtlCol="0" anchor="ctr"/>
          <a:lstStyle/>
          <a:p>
            <a:pPr marL="0" indent="0" algn="ctr">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txBody>
          <a:bodyPr/>
          <a:lstStyle/>
          <a:p>
            <a:endParaRPr lang="en-US"/>
          </a:p>
        </p:txBody>
      </p:sp>
      <p:sp>
        <p:nvSpPr>
          <p:cNvPr id="11" name="Text 9"/>
          <p:cNvSpPr/>
          <p:nvPr/>
        </p:nvSpPr>
        <p:spPr>
          <a:xfrm>
            <a:off x="2843784" y="521208"/>
            <a:ext cx="1325880" cy="219456"/>
          </a:xfrm>
          <a:prstGeom prst="rect">
            <a:avLst/>
          </a:prstGeom>
          <a:noFill/>
          <a:ln/>
        </p:spPr>
        <p:txBody>
          <a:bodyPr wrap="square" lIns="0" tIns="0" rIns="0" bIns="0" rtlCol="0" anchor="ctr"/>
          <a:lstStyle/>
          <a:p>
            <a:pPr marL="0" indent="0" algn="ctr">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txBody>
          <a:bodyPr/>
          <a:lstStyle/>
          <a:p>
            <a:endParaRPr lang="en-US"/>
          </a:p>
        </p:txBody>
      </p:sp>
      <p:sp>
        <p:nvSpPr>
          <p:cNvPr id="13" name="Text 11"/>
          <p:cNvSpPr/>
          <p:nvPr/>
        </p:nvSpPr>
        <p:spPr>
          <a:xfrm>
            <a:off x="4297680" y="521208"/>
            <a:ext cx="1005840" cy="219456"/>
          </a:xfrm>
          <a:prstGeom prst="rect">
            <a:avLst/>
          </a:prstGeom>
          <a:noFill/>
          <a:ln/>
        </p:spPr>
        <p:txBody>
          <a:bodyPr wrap="square" lIns="0" tIns="0" rIns="0" bIns="0" rtlCol="0" anchor="ctr"/>
          <a:lstStyle/>
          <a:p>
            <a:pPr marL="0" indent="0" algn="ctr">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txBody>
          <a:bodyPr/>
          <a:lstStyle/>
          <a:p>
            <a:endParaRPr lang="en-US"/>
          </a:p>
        </p:txBody>
      </p:sp>
      <p:sp>
        <p:nvSpPr>
          <p:cNvPr id="15" name="Text 13"/>
          <p:cNvSpPr/>
          <p:nvPr/>
        </p:nvSpPr>
        <p:spPr>
          <a:xfrm>
            <a:off x="5431536" y="521208"/>
            <a:ext cx="2377440" cy="219456"/>
          </a:xfrm>
          <a:prstGeom prst="rect">
            <a:avLst/>
          </a:prstGeom>
          <a:noFill/>
          <a:ln/>
        </p:spPr>
        <p:txBody>
          <a:bodyPr wrap="square" lIns="0" tIns="0" rIns="0" bIns="0" rtlCol="0" anchor="ctr"/>
          <a:lstStyle/>
          <a:p>
            <a:pPr marL="0" indent="0" algn="ctr">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txBody>
          <a:bodyPr/>
          <a:lstStyle/>
          <a:p>
            <a:endParaRPr lang="en-US"/>
          </a:p>
        </p:txBody>
      </p:sp>
      <p:sp>
        <p:nvSpPr>
          <p:cNvPr id="17" name="Text 15"/>
          <p:cNvSpPr/>
          <p:nvPr/>
        </p:nvSpPr>
        <p:spPr>
          <a:xfrm>
            <a:off x="201168" y="6876288"/>
            <a:ext cx="5029200" cy="438912"/>
          </a:xfrm>
          <a:prstGeom prst="rect">
            <a:avLst/>
          </a:prstGeom>
          <a:noFill/>
          <a:ln/>
        </p:spPr>
        <p:txBody>
          <a:bodyPr wrap="square" lIns="0" tIns="0" rIns="0" bIns="0" rtlCol="0" anchor="ctr"/>
          <a:lstStyle/>
          <a:p>
            <a:pPr marL="0" indent="0" algn="l">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marL="0" indent="0" algn="ctr">
              <a:buNone/>
            </a:pPr>
            <a:r>
              <a:rPr lang="en-US" sz="800" dirty="0">
                <a:solidFill>
                  <a:srgbClr val="9CA3AF"/>
                </a:solidFill>
              </a:rPr>
              <a:t>Beta: Sep 30, 2026  ·  76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marL="0" indent="0" algn="r">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txBody>
          <a:bodyPr/>
          <a:lstStyle/>
          <a:p>
            <a:endParaRPr lang="en-US"/>
          </a:p>
        </p:txBody>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22" name="Text 20"/>
          <p:cNvSpPr/>
          <p:nvPr/>
        </p:nvSpPr>
        <p:spPr>
          <a:xfrm>
            <a:off x="182880" y="87782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Video</a:t>
            </a:r>
            <a:endParaRPr lang="en-US" sz="800" dirty="0"/>
          </a:p>
          <a:p>
            <a:pPr marL="0" indent="0" algn="ctr">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25" name="Text 23"/>
          <p:cNvSpPr/>
          <p:nvPr/>
        </p:nvSpPr>
        <p:spPr>
          <a:xfrm>
            <a:off x="1170432"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27" name="Text 25"/>
          <p:cNvSpPr/>
          <p:nvPr/>
        </p:nvSpPr>
        <p:spPr>
          <a:xfrm>
            <a:off x="1170432"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29" name="Text 27"/>
          <p:cNvSpPr/>
          <p:nvPr/>
        </p:nvSpPr>
        <p:spPr>
          <a:xfrm>
            <a:off x="2185416"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1" name="Text 29"/>
          <p:cNvSpPr/>
          <p:nvPr/>
        </p:nvSpPr>
        <p:spPr>
          <a:xfrm>
            <a:off x="2185416"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3" name="Text 31"/>
          <p:cNvSpPr/>
          <p:nvPr/>
        </p:nvSpPr>
        <p:spPr>
          <a:xfrm>
            <a:off x="3200400"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5" name="Text 33"/>
          <p:cNvSpPr/>
          <p:nvPr/>
        </p:nvSpPr>
        <p:spPr>
          <a:xfrm>
            <a:off x="3200400"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7" name="Text 35"/>
          <p:cNvSpPr/>
          <p:nvPr/>
        </p:nvSpPr>
        <p:spPr>
          <a:xfrm>
            <a:off x="4215384"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9" name="Text 37"/>
          <p:cNvSpPr/>
          <p:nvPr/>
        </p:nvSpPr>
        <p:spPr>
          <a:xfrm>
            <a:off x="4215384"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1" name="Text 39"/>
          <p:cNvSpPr/>
          <p:nvPr/>
        </p:nvSpPr>
        <p:spPr>
          <a:xfrm>
            <a:off x="5230368"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43" name="Text 41"/>
          <p:cNvSpPr/>
          <p:nvPr/>
        </p:nvSpPr>
        <p:spPr>
          <a:xfrm>
            <a:off x="5230368"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txBody>
          <a:bodyPr/>
          <a:lstStyle/>
          <a:p>
            <a:endParaRPr lang="en-US"/>
          </a:p>
        </p:txBody>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46" name="Text 44"/>
          <p:cNvSpPr/>
          <p:nvPr/>
        </p:nvSpPr>
        <p:spPr>
          <a:xfrm>
            <a:off x="182880" y="240944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9" name="Text 47"/>
          <p:cNvSpPr/>
          <p:nvPr/>
        </p:nvSpPr>
        <p:spPr>
          <a:xfrm>
            <a:off x="1170432"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51" name="Text 49"/>
          <p:cNvSpPr/>
          <p:nvPr/>
        </p:nvSpPr>
        <p:spPr>
          <a:xfrm>
            <a:off x="1170432" y="28117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53" name="Text 51"/>
          <p:cNvSpPr/>
          <p:nvPr/>
        </p:nvSpPr>
        <p:spPr>
          <a:xfrm>
            <a:off x="2185416"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55" name="Text 53"/>
          <p:cNvSpPr/>
          <p:nvPr/>
        </p:nvSpPr>
        <p:spPr>
          <a:xfrm>
            <a:off x="2185416" y="28117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txBody>
          <a:bodyPr/>
          <a:lstStyle/>
          <a:p>
            <a:endParaRPr lang="en-US"/>
          </a:p>
        </p:txBody>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58" name="Text 56"/>
          <p:cNvSpPr/>
          <p:nvPr/>
        </p:nvSpPr>
        <p:spPr>
          <a:xfrm>
            <a:off x="182880" y="394106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5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1" name="Text 59"/>
          <p:cNvSpPr/>
          <p:nvPr/>
        </p:nvSpPr>
        <p:spPr>
          <a:xfrm>
            <a:off x="1170432"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63" name="Text 61"/>
          <p:cNvSpPr/>
          <p:nvPr/>
        </p:nvSpPr>
        <p:spPr>
          <a:xfrm>
            <a:off x="1170432"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5" name="Text 63"/>
          <p:cNvSpPr/>
          <p:nvPr/>
        </p:nvSpPr>
        <p:spPr>
          <a:xfrm>
            <a:off x="2185416"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67" name="Text 65"/>
          <p:cNvSpPr/>
          <p:nvPr/>
        </p:nvSpPr>
        <p:spPr>
          <a:xfrm>
            <a:off x="2185416"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9" name="Text 67"/>
          <p:cNvSpPr/>
          <p:nvPr/>
        </p:nvSpPr>
        <p:spPr>
          <a:xfrm>
            <a:off x="3200400"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1" name="Text 69"/>
          <p:cNvSpPr/>
          <p:nvPr/>
        </p:nvSpPr>
        <p:spPr>
          <a:xfrm>
            <a:off x="3200400"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3" name="Text 71"/>
          <p:cNvSpPr/>
          <p:nvPr/>
        </p:nvSpPr>
        <p:spPr>
          <a:xfrm>
            <a:off x="4215384"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5" name="Text 73"/>
          <p:cNvSpPr/>
          <p:nvPr/>
        </p:nvSpPr>
        <p:spPr>
          <a:xfrm>
            <a:off x="4215384"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7" name="Text 75"/>
          <p:cNvSpPr/>
          <p:nvPr/>
        </p:nvSpPr>
        <p:spPr>
          <a:xfrm>
            <a:off x="5230368"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79" name="Text 77"/>
          <p:cNvSpPr/>
          <p:nvPr/>
        </p:nvSpPr>
        <p:spPr>
          <a:xfrm>
            <a:off x="5230368"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1" name="Text 79"/>
          <p:cNvSpPr/>
          <p:nvPr/>
        </p:nvSpPr>
        <p:spPr>
          <a:xfrm>
            <a:off x="6245352"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83" name="Text 81"/>
          <p:cNvSpPr/>
          <p:nvPr/>
        </p:nvSpPr>
        <p:spPr>
          <a:xfrm>
            <a:off x="6245352"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5" name="Text 83"/>
          <p:cNvSpPr/>
          <p:nvPr/>
        </p:nvSpPr>
        <p:spPr>
          <a:xfrm>
            <a:off x="7260336"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txBody>
          <a:bodyPr/>
          <a:lstStyle/>
          <a:p>
            <a:endParaRPr lang="en-US"/>
          </a:p>
        </p:txBody>
      </p:sp>
      <p:sp>
        <p:nvSpPr>
          <p:cNvPr id="87" name="Text 85"/>
          <p:cNvSpPr/>
          <p:nvPr/>
        </p:nvSpPr>
        <p:spPr>
          <a:xfrm>
            <a:off x="7260336" y="4343400"/>
            <a:ext cx="932688" cy="155448"/>
          </a:xfrm>
          <a:prstGeom prst="rect">
            <a:avLst/>
          </a:prstGeom>
          <a:noFill/>
          <a:ln/>
        </p:spPr>
        <p:txBody>
          <a:bodyPr wrap="square" lIns="0" tIns="0" rIns="0" bIns="0" rtlCol="0" anchor="ctr"/>
          <a:lstStyle/>
          <a:p>
            <a:pPr marL="0" indent="0" algn="ctr">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9" name="Text 87"/>
          <p:cNvSpPr/>
          <p:nvPr/>
        </p:nvSpPr>
        <p:spPr>
          <a:xfrm>
            <a:off x="8275320"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txBody>
          <a:bodyPr/>
          <a:lstStyle/>
          <a:p>
            <a:endParaRPr lang="en-US"/>
          </a:p>
        </p:txBody>
      </p:sp>
      <p:sp>
        <p:nvSpPr>
          <p:cNvPr id="91" name="Text 89"/>
          <p:cNvSpPr/>
          <p:nvPr/>
        </p:nvSpPr>
        <p:spPr>
          <a:xfrm>
            <a:off x="8275320" y="4343400"/>
            <a:ext cx="932688" cy="155448"/>
          </a:xfrm>
          <a:prstGeom prst="rect">
            <a:avLst/>
          </a:prstGeom>
          <a:noFill/>
          <a:ln/>
        </p:spPr>
        <p:txBody>
          <a:bodyPr wrap="square" lIns="0" tIns="0" rIns="0" bIns="0" rtlCol="0" anchor="ctr"/>
          <a:lstStyle/>
          <a:p>
            <a:pPr marL="0" indent="0" algn="ctr">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3" name="Text 91"/>
          <p:cNvSpPr/>
          <p:nvPr/>
        </p:nvSpPr>
        <p:spPr>
          <a:xfrm>
            <a:off x="1170432" y="45902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95" name="Text 93"/>
          <p:cNvSpPr/>
          <p:nvPr/>
        </p:nvSpPr>
        <p:spPr>
          <a:xfrm>
            <a:off x="1170432" y="48006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txBody>
          <a:bodyPr/>
          <a:lstStyle/>
          <a:p>
            <a:endParaRPr lang="en-US"/>
          </a:p>
        </p:txBody>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98" name="Text 96"/>
          <p:cNvSpPr/>
          <p:nvPr/>
        </p:nvSpPr>
        <p:spPr>
          <a:xfrm>
            <a:off x="182880" y="547268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5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1" name="Text 99"/>
          <p:cNvSpPr/>
          <p:nvPr/>
        </p:nvSpPr>
        <p:spPr>
          <a:xfrm>
            <a:off x="1170432"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03" name="Text 101"/>
          <p:cNvSpPr/>
          <p:nvPr/>
        </p:nvSpPr>
        <p:spPr>
          <a:xfrm>
            <a:off x="1170432"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5" name="Text 103"/>
          <p:cNvSpPr/>
          <p:nvPr/>
        </p:nvSpPr>
        <p:spPr>
          <a:xfrm>
            <a:off x="2185416"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07" name="Text 105"/>
          <p:cNvSpPr/>
          <p:nvPr/>
        </p:nvSpPr>
        <p:spPr>
          <a:xfrm>
            <a:off x="2185416"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9" name="Text 107"/>
          <p:cNvSpPr/>
          <p:nvPr/>
        </p:nvSpPr>
        <p:spPr>
          <a:xfrm>
            <a:off x="3200400"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11" name="Text 109"/>
          <p:cNvSpPr/>
          <p:nvPr/>
        </p:nvSpPr>
        <p:spPr>
          <a:xfrm>
            <a:off x="3200400"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3" name="Text 111"/>
          <p:cNvSpPr/>
          <p:nvPr/>
        </p:nvSpPr>
        <p:spPr>
          <a:xfrm>
            <a:off x="4215384"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15" name="Text 113"/>
          <p:cNvSpPr/>
          <p:nvPr/>
        </p:nvSpPr>
        <p:spPr>
          <a:xfrm>
            <a:off x="4215384"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7" name="Text 115"/>
          <p:cNvSpPr/>
          <p:nvPr/>
        </p:nvSpPr>
        <p:spPr>
          <a:xfrm>
            <a:off x="5230368"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19" name="Text 117"/>
          <p:cNvSpPr/>
          <p:nvPr/>
        </p:nvSpPr>
        <p:spPr>
          <a:xfrm>
            <a:off x="5230368"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21" name="Text 119"/>
          <p:cNvSpPr/>
          <p:nvPr/>
        </p:nvSpPr>
        <p:spPr>
          <a:xfrm>
            <a:off x="6245352"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23" name="Text 121"/>
          <p:cNvSpPr/>
          <p:nvPr/>
        </p:nvSpPr>
        <p:spPr>
          <a:xfrm>
            <a:off x="6245352"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txBody>
          <a:bodyPr/>
          <a:lstStyle/>
          <a:p>
            <a:endParaRPr lang="en-US"/>
          </a:p>
        </p:txBody>
      </p:sp>
      <p:sp>
        <p:nvSpPr>
          <p:cNvPr id="125" name="Text 123"/>
          <p:cNvSpPr/>
          <p:nvPr/>
        </p:nvSpPr>
        <p:spPr>
          <a:xfrm>
            <a:off x="9500616" y="950976"/>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txBody>
          <a:bodyPr/>
          <a:lstStyle/>
          <a:p>
            <a:endParaRPr lang="en-US"/>
          </a:p>
        </p:txBody>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txBody>
          <a:bodyPr/>
          <a:lstStyle/>
          <a:p>
            <a:endParaRPr lang="en-US"/>
          </a:p>
        </p:txBody>
      </p:sp>
      <p:sp>
        <p:nvSpPr>
          <p:cNvPr id="128" name="Text 126"/>
          <p:cNvSpPr/>
          <p:nvPr/>
        </p:nvSpPr>
        <p:spPr>
          <a:xfrm>
            <a:off x="9701784" y="1243584"/>
            <a:ext cx="2304288" cy="173736"/>
          </a:xfrm>
          <a:prstGeom prst="rect">
            <a:avLst/>
          </a:prstGeom>
          <a:noFill/>
          <a:ln/>
        </p:spPr>
        <p:txBody>
          <a:bodyPr wrap="square" lIns="0" tIns="0" rIns="0" bIns="0" rtlCol="0" anchor="ctr"/>
          <a:lstStyle/>
          <a:p>
            <a:pPr marL="0" indent="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marL="0" indent="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txBody>
          <a:bodyPr/>
          <a:lstStyle/>
          <a:p>
            <a:endParaRPr lang="en-US"/>
          </a:p>
        </p:txBody>
      </p:sp>
      <p:sp>
        <p:nvSpPr>
          <p:cNvPr id="131" name="Text 129"/>
          <p:cNvSpPr/>
          <p:nvPr/>
        </p:nvSpPr>
        <p:spPr>
          <a:xfrm>
            <a:off x="11494008" y="1453896"/>
            <a:ext cx="658368" cy="137160"/>
          </a:xfrm>
          <a:prstGeom prst="rect">
            <a:avLst/>
          </a:prstGeom>
          <a:noFill/>
          <a:ln/>
        </p:spPr>
        <p:txBody>
          <a:bodyPr wrap="square" lIns="0" tIns="0" rIns="0" bIns="0" rtlCol="0" anchor="ctr"/>
          <a:lstStyle/>
          <a:p>
            <a:pPr marL="0" indent="0" algn="ctr">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txBody>
          <a:bodyPr/>
          <a:lstStyle/>
          <a:p>
            <a:endParaRPr lang="en-US"/>
          </a:p>
        </p:txBody>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txBody>
          <a:bodyPr/>
          <a:lstStyle/>
          <a:p>
            <a:endParaRPr lang="en-US"/>
          </a:p>
        </p:txBody>
      </p:sp>
      <p:sp>
        <p:nvSpPr>
          <p:cNvPr id="134" name="Text 132"/>
          <p:cNvSpPr/>
          <p:nvPr/>
        </p:nvSpPr>
        <p:spPr>
          <a:xfrm>
            <a:off x="9701784" y="1719072"/>
            <a:ext cx="2304288" cy="173736"/>
          </a:xfrm>
          <a:prstGeom prst="rect">
            <a:avLst/>
          </a:prstGeom>
          <a:noFill/>
          <a:ln/>
        </p:spPr>
        <p:txBody>
          <a:bodyPr wrap="square" lIns="0" tIns="0" rIns="0" bIns="0" rtlCol="0" anchor="ctr"/>
          <a:lstStyle/>
          <a:p>
            <a:pPr marL="0" indent="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marL="0" indent="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txBody>
          <a:bodyPr/>
          <a:lstStyle/>
          <a:p>
            <a:endParaRPr lang="en-US"/>
          </a:p>
        </p:txBody>
      </p:sp>
      <p:sp>
        <p:nvSpPr>
          <p:cNvPr id="137" name="Text 135"/>
          <p:cNvSpPr/>
          <p:nvPr/>
        </p:nvSpPr>
        <p:spPr>
          <a:xfrm>
            <a:off x="11494008" y="1929384"/>
            <a:ext cx="658368" cy="137160"/>
          </a:xfrm>
          <a:prstGeom prst="rect">
            <a:avLst/>
          </a:prstGeom>
          <a:noFill/>
          <a:ln/>
        </p:spPr>
        <p:txBody>
          <a:bodyPr wrap="square" lIns="0" tIns="0" rIns="0" bIns="0" rtlCol="0" anchor="ctr"/>
          <a:lstStyle/>
          <a:p>
            <a:pPr marL="0" indent="0" algn="ctr">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txBody>
          <a:bodyPr/>
          <a:lstStyle/>
          <a:p>
            <a:endParaRPr lang="en-US"/>
          </a:p>
        </p:txBody>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txBody>
          <a:bodyPr/>
          <a:lstStyle/>
          <a:p>
            <a:endParaRPr lang="en-US"/>
          </a:p>
        </p:txBody>
      </p:sp>
      <p:sp>
        <p:nvSpPr>
          <p:cNvPr id="140" name="Text 138"/>
          <p:cNvSpPr/>
          <p:nvPr/>
        </p:nvSpPr>
        <p:spPr>
          <a:xfrm>
            <a:off x="9701784" y="2194560"/>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marL="0" indent="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43" name="Text 141"/>
          <p:cNvSpPr/>
          <p:nvPr/>
        </p:nvSpPr>
        <p:spPr>
          <a:xfrm>
            <a:off x="11494008" y="2404872"/>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txBody>
          <a:bodyPr/>
          <a:lstStyle/>
          <a:p>
            <a:endParaRPr lang="en-US"/>
          </a:p>
        </p:txBody>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txBody>
          <a:bodyPr/>
          <a:lstStyle/>
          <a:p>
            <a:endParaRPr lang="en-US"/>
          </a:p>
        </p:txBody>
      </p:sp>
      <p:sp>
        <p:nvSpPr>
          <p:cNvPr id="146" name="Text 144"/>
          <p:cNvSpPr/>
          <p:nvPr/>
        </p:nvSpPr>
        <p:spPr>
          <a:xfrm>
            <a:off x="9701784" y="2670048"/>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marL="0" indent="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49" name="Text 147"/>
          <p:cNvSpPr/>
          <p:nvPr/>
        </p:nvSpPr>
        <p:spPr>
          <a:xfrm>
            <a:off x="11494008" y="2880360"/>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txBody>
          <a:bodyPr/>
          <a:lstStyle/>
          <a:p>
            <a:endParaRPr lang="en-US"/>
          </a:p>
        </p:txBody>
      </p:sp>
      <p:sp>
        <p:nvSpPr>
          <p:cNvPr id="151" name="Text 149"/>
          <p:cNvSpPr/>
          <p:nvPr/>
        </p:nvSpPr>
        <p:spPr>
          <a:xfrm>
            <a:off x="9500616" y="3337560"/>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txBody>
          <a:bodyPr/>
          <a:lstStyle/>
          <a:p>
            <a:endParaRPr lang="en-US"/>
          </a:p>
        </p:txBody>
      </p:sp>
      <p:sp>
        <p:nvSpPr>
          <p:cNvPr id="153" name="Text 151"/>
          <p:cNvSpPr/>
          <p:nvPr/>
        </p:nvSpPr>
        <p:spPr>
          <a:xfrm>
            <a:off x="9500616" y="3584448"/>
            <a:ext cx="822960" cy="173736"/>
          </a:xfrm>
          <a:prstGeom prst="rect">
            <a:avLst/>
          </a:prstGeom>
          <a:noFill/>
          <a:ln/>
        </p:spPr>
        <p:txBody>
          <a:bodyPr wrap="square" lIns="0" tIns="0" rIns="0" bIns="0" rtlCol="0" anchor="ctr"/>
          <a:lstStyle/>
          <a:p>
            <a:pPr marL="0" indent="0" algn="ctr">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155" name="Text 153"/>
          <p:cNvSpPr/>
          <p:nvPr/>
        </p:nvSpPr>
        <p:spPr>
          <a:xfrm>
            <a:off x="9500616" y="3813048"/>
            <a:ext cx="822960" cy="173736"/>
          </a:xfrm>
          <a:prstGeom prst="rect">
            <a:avLst/>
          </a:prstGeom>
          <a:noFill/>
          <a:ln/>
        </p:spPr>
        <p:txBody>
          <a:bodyPr wrap="square" lIns="0" tIns="0" rIns="0" bIns="0" rtlCol="0" anchor="ctr"/>
          <a:lstStyle/>
          <a:p>
            <a:pPr marL="0" indent="0" algn="ctr">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txBody>
          <a:bodyPr/>
          <a:lstStyle/>
          <a:p>
            <a:endParaRPr lang="en-US"/>
          </a:p>
        </p:txBody>
      </p:sp>
      <p:sp>
        <p:nvSpPr>
          <p:cNvPr id="157" name="Text 155"/>
          <p:cNvSpPr/>
          <p:nvPr/>
        </p:nvSpPr>
        <p:spPr>
          <a:xfrm>
            <a:off x="9500616" y="4041648"/>
            <a:ext cx="822960" cy="173736"/>
          </a:xfrm>
          <a:prstGeom prst="rect">
            <a:avLst/>
          </a:prstGeom>
          <a:noFill/>
          <a:ln/>
        </p:spPr>
        <p:txBody>
          <a:bodyPr wrap="square" lIns="0" tIns="0" rIns="0" bIns="0" rtlCol="0" anchor="ctr"/>
          <a:lstStyle/>
          <a:p>
            <a:pPr marL="0" indent="0" algn="ctr">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txBody>
          <a:bodyPr/>
          <a:lstStyle/>
          <a:p>
            <a:endParaRPr lang="en-US"/>
          </a:p>
        </p:txBody>
      </p:sp>
      <p:sp>
        <p:nvSpPr>
          <p:cNvPr id="159" name="Text 157"/>
          <p:cNvSpPr/>
          <p:nvPr/>
        </p:nvSpPr>
        <p:spPr>
          <a:xfrm>
            <a:off x="9500616" y="4270248"/>
            <a:ext cx="822960" cy="173736"/>
          </a:xfrm>
          <a:prstGeom prst="rect">
            <a:avLst/>
          </a:prstGeom>
          <a:noFill/>
          <a:ln/>
        </p:spPr>
        <p:txBody>
          <a:bodyPr wrap="square" lIns="0" tIns="0" rIns="0" bIns="0" rtlCol="0" anchor="ctr"/>
          <a:lstStyle/>
          <a:p>
            <a:pPr marL="0" indent="0" algn="ctr">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txBody>
          <a:bodyPr/>
          <a:lstStyle/>
          <a:p>
            <a:endParaRPr lang="en-US"/>
          </a:p>
        </p:txBody>
      </p:sp>
      <p:sp>
        <p:nvSpPr>
          <p:cNvPr id="3" name="Text 1"/>
          <p:cNvSpPr/>
          <p:nvPr/>
        </p:nvSpPr>
        <p:spPr>
          <a:xfrm>
            <a:off x="201168" y="0"/>
            <a:ext cx="8229600" cy="457200"/>
          </a:xfrm>
          <a:prstGeom prst="rect">
            <a:avLst/>
          </a:prstGeom>
          <a:noFill/>
          <a:ln/>
        </p:spPr>
        <p:txBody>
          <a:bodyPr wrap="square" lIns="0" tIns="0" rIns="0" bIns="0" rtlCol="0" anchor="ctr"/>
          <a:lstStyle/>
          <a:p>
            <a:pPr marL="0" indent="0" algn="l">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marL="0" indent="0" algn="r">
              <a:buNone/>
            </a:pPr>
            <a:r>
              <a:rPr lang="en-US" sz="1100" dirty="0">
                <a:solidFill>
                  <a:srgbClr val="388849"/>
                </a:solidFill>
              </a:rPr>
              <a:t>Roku · Fire TV · Samsung · tvOS  ·  Jul 15,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txBody>
          <a:bodyPr/>
          <a:lstStyle/>
          <a:p>
            <a:endParaRPr lang="en-US"/>
          </a:p>
        </p:txBody>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txBody>
          <a:bodyPr/>
          <a:lstStyle/>
          <a:p>
            <a:endParaRPr lang="en-US"/>
          </a:p>
        </p:txBody>
      </p:sp>
      <p:sp>
        <p:nvSpPr>
          <p:cNvPr id="7" name="Text 5"/>
          <p:cNvSpPr/>
          <p:nvPr/>
        </p:nvSpPr>
        <p:spPr>
          <a:xfrm>
            <a:off x="256032" y="521208"/>
            <a:ext cx="1005840" cy="219456"/>
          </a:xfrm>
          <a:prstGeom prst="rect">
            <a:avLst/>
          </a:prstGeom>
          <a:noFill/>
          <a:ln/>
        </p:spPr>
        <p:txBody>
          <a:bodyPr wrap="square" lIns="0" tIns="0" rIns="0" bIns="0" rtlCol="0" anchor="ctr"/>
          <a:lstStyle/>
          <a:p>
            <a:pPr marL="0" indent="0" algn="ctr">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txBody>
          <a:bodyPr/>
          <a:lstStyle/>
          <a:p>
            <a:endParaRPr lang="en-US"/>
          </a:p>
        </p:txBody>
      </p:sp>
      <p:sp>
        <p:nvSpPr>
          <p:cNvPr id="9" name="Text 7"/>
          <p:cNvSpPr/>
          <p:nvPr/>
        </p:nvSpPr>
        <p:spPr>
          <a:xfrm>
            <a:off x="1389888" y="521208"/>
            <a:ext cx="1325880" cy="219456"/>
          </a:xfrm>
          <a:prstGeom prst="rect">
            <a:avLst/>
          </a:prstGeom>
          <a:noFill/>
          <a:ln/>
        </p:spPr>
        <p:txBody>
          <a:bodyPr wrap="square" lIns="0" tIns="0" rIns="0" bIns="0" rtlCol="0" anchor="ctr"/>
          <a:lstStyle/>
          <a:p>
            <a:pPr marL="0" indent="0" algn="ctr">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txBody>
          <a:bodyPr/>
          <a:lstStyle/>
          <a:p>
            <a:endParaRPr lang="en-US"/>
          </a:p>
        </p:txBody>
      </p:sp>
      <p:sp>
        <p:nvSpPr>
          <p:cNvPr id="11" name="Text 9"/>
          <p:cNvSpPr/>
          <p:nvPr/>
        </p:nvSpPr>
        <p:spPr>
          <a:xfrm>
            <a:off x="2843784" y="521208"/>
            <a:ext cx="1325880" cy="219456"/>
          </a:xfrm>
          <a:prstGeom prst="rect">
            <a:avLst/>
          </a:prstGeom>
          <a:noFill/>
          <a:ln/>
        </p:spPr>
        <p:txBody>
          <a:bodyPr wrap="square" lIns="0" tIns="0" rIns="0" bIns="0" rtlCol="0" anchor="ctr"/>
          <a:lstStyle/>
          <a:p>
            <a:pPr marL="0" indent="0" algn="ctr">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txBody>
          <a:bodyPr/>
          <a:lstStyle/>
          <a:p>
            <a:endParaRPr lang="en-US"/>
          </a:p>
        </p:txBody>
      </p:sp>
      <p:sp>
        <p:nvSpPr>
          <p:cNvPr id="13" name="Text 11"/>
          <p:cNvSpPr/>
          <p:nvPr/>
        </p:nvSpPr>
        <p:spPr>
          <a:xfrm>
            <a:off x="4297680" y="521208"/>
            <a:ext cx="1005840" cy="219456"/>
          </a:xfrm>
          <a:prstGeom prst="rect">
            <a:avLst/>
          </a:prstGeom>
          <a:noFill/>
          <a:ln/>
        </p:spPr>
        <p:txBody>
          <a:bodyPr wrap="square" lIns="0" tIns="0" rIns="0" bIns="0" rtlCol="0" anchor="ctr"/>
          <a:lstStyle/>
          <a:p>
            <a:pPr marL="0" indent="0" algn="ctr">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txBody>
          <a:bodyPr/>
          <a:lstStyle/>
          <a:p>
            <a:endParaRPr lang="en-US"/>
          </a:p>
        </p:txBody>
      </p:sp>
      <p:sp>
        <p:nvSpPr>
          <p:cNvPr id="15" name="Text 13"/>
          <p:cNvSpPr/>
          <p:nvPr/>
        </p:nvSpPr>
        <p:spPr>
          <a:xfrm>
            <a:off x="5431536" y="521208"/>
            <a:ext cx="2377440" cy="219456"/>
          </a:xfrm>
          <a:prstGeom prst="rect">
            <a:avLst/>
          </a:prstGeom>
          <a:noFill/>
          <a:ln/>
        </p:spPr>
        <p:txBody>
          <a:bodyPr wrap="square" lIns="0" tIns="0" rIns="0" bIns="0" rtlCol="0" anchor="ctr"/>
          <a:lstStyle/>
          <a:p>
            <a:pPr marL="0" indent="0" algn="ctr">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marL="0" indent="0" algn="l">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txBody>
          <a:bodyPr/>
          <a:lstStyle/>
          <a:p>
            <a:endParaRPr lang="en-US"/>
          </a:p>
        </p:txBody>
      </p:sp>
      <p:sp>
        <p:nvSpPr>
          <p:cNvPr id="18" name="Text 16"/>
          <p:cNvSpPr/>
          <p:nvPr/>
        </p:nvSpPr>
        <p:spPr>
          <a:xfrm>
            <a:off x="8613648" y="512064"/>
            <a:ext cx="585216" cy="237744"/>
          </a:xfrm>
          <a:prstGeom prst="rect">
            <a:avLst/>
          </a:prstGeom>
          <a:noFill/>
          <a:ln/>
        </p:spPr>
        <p:txBody>
          <a:bodyPr wrap="square" lIns="0" tIns="0" rIns="0" bIns="0" rtlCol="0" anchor="ctr"/>
          <a:lstStyle/>
          <a:p>
            <a:pPr marL="0" indent="0" algn="ctr">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txBody>
          <a:bodyPr/>
          <a:lstStyle/>
          <a:p>
            <a:endParaRPr lang="en-US"/>
          </a:p>
        </p:txBody>
      </p:sp>
      <p:sp>
        <p:nvSpPr>
          <p:cNvPr id="20" name="Text 18"/>
          <p:cNvSpPr/>
          <p:nvPr/>
        </p:nvSpPr>
        <p:spPr>
          <a:xfrm>
            <a:off x="9272016" y="512064"/>
            <a:ext cx="658368" cy="237744"/>
          </a:xfrm>
          <a:prstGeom prst="rect">
            <a:avLst/>
          </a:prstGeom>
          <a:noFill/>
          <a:ln/>
        </p:spPr>
        <p:txBody>
          <a:bodyPr wrap="square" lIns="0" tIns="0" rIns="0" bIns="0" rtlCol="0" anchor="ctr"/>
          <a:lstStyle/>
          <a:p>
            <a:pPr marL="0" indent="0" algn="ctr">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txBody>
          <a:bodyPr/>
          <a:lstStyle/>
          <a:p>
            <a:endParaRPr lang="en-US"/>
          </a:p>
        </p:txBody>
      </p:sp>
      <p:sp>
        <p:nvSpPr>
          <p:cNvPr id="22" name="Text 20"/>
          <p:cNvSpPr/>
          <p:nvPr/>
        </p:nvSpPr>
        <p:spPr>
          <a:xfrm>
            <a:off x="10003536" y="512064"/>
            <a:ext cx="731520" cy="237744"/>
          </a:xfrm>
          <a:prstGeom prst="rect">
            <a:avLst/>
          </a:prstGeom>
          <a:noFill/>
          <a:ln/>
        </p:spPr>
        <p:txBody>
          <a:bodyPr wrap="square" lIns="0" tIns="0" rIns="0" bIns="0" rtlCol="0" anchor="ctr"/>
          <a:lstStyle/>
          <a:p>
            <a:pPr marL="0" indent="0" algn="ctr">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txBody>
          <a:bodyPr/>
          <a:lstStyle/>
          <a:p>
            <a:endParaRPr lang="en-US"/>
          </a:p>
        </p:txBody>
      </p:sp>
      <p:sp>
        <p:nvSpPr>
          <p:cNvPr id="24" name="Text 22"/>
          <p:cNvSpPr/>
          <p:nvPr/>
        </p:nvSpPr>
        <p:spPr>
          <a:xfrm>
            <a:off x="10808208" y="512064"/>
            <a:ext cx="585216" cy="237744"/>
          </a:xfrm>
          <a:prstGeom prst="rect">
            <a:avLst/>
          </a:prstGeom>
          <a:noFill/>
          <a:ln/>
        </p:spPr>
        <p:txBody>
          <a:bodyPr wrap="square" lIns="0" tIns="0" rIns="0" bIns="0" rtlCol="0" anchor="ctr"/>
          <a:lstStyle/>
          <a:p>
            <a:pPr marL="0" indent="0" algn="ctr">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txBody>
          <a:bodyPr/>
          <a:lstStyle/>
          <a:p>
            <a:endParaRPr lang="en-US"/>
          </a:p>
        </p:txBody>
      </p:sp>
      <p:sp>
        <p:nvSpPr>
          <p:cNvPr id="26" name="Text 24"/>
          <p:cNvSpPr/>
          <p:nvPr/>
        </p:nvSpPr>
        <p:spPr>
          <a:xfrm>
            <a:off x="201168" y="6876288"/>
            <a:ext cx="5029200" cy="438912"/>
          </a:xfrm>
          <a:prstGeom prst="rect">
            <a:avLst/>
          </a:prstGeom>
          <a:noFill/>
          <a:ln/>
        </p:spPr>
        <p:txBody>
          <a:bodyPr wrap="square" lIns="0" tIns="0" rIns="0" bIns="0" rtlCol="0" anchor="ctr"/>
          <a:lstStyle/>
          <a:p>
            <a:pPr marL="0" indent="0" algn="l">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marL="0" indent="0" algn="ctr">
              <a:buNone/>
            </a:pPr>
            <a:r>
              <a:rPr lang="en-US" sz="800" dirty="0">
                <a:solidFill>
                  <a:srgbClr val="9CA3AF"/>
                </a:solidFill>
              </a:rPr>
              <a:t>Beta: Sep 30, 2026  ·  76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marL="0" indent="0" algn="r">
              <a:buNone/>
            </a:pPr>
            <a:r>
              <a:rPr lang="en-US" sz="1100" b="1" dirty="0">
                <a:solidFill>
                  <a:srgbClr val="388849"/>
                </a:solidFill>
              </a:rPr>
              <a:t>8%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txBody>
          <a:bodyPr/>
          <a:lstStyle/>
          <a:p>
            <a:endParaRPr lang="en-US"/>
          </a:p>
        </p:txBody>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31" name="Text 29"/>
          <p:cNvSpPr/>
          <p:nvPr/>
        </p:nvSpPr>
        <p:spPr>
          <a:xfrm>
            <a:off x="182880" y="87782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Video</a:t>
            </a:r>
            <a:endParaRPr lang="en-US" sz="800" dirty="0"/>
          </a:p>
          <a:p>
            <a:pPr marL="0" indent="0" algn="ctr">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4" name="Text 32"/>
          <p:cNvSpPr/>
          <p:nvPr/>
        </p:nvSpPr>
        <p:spPr>
          <a:xfrm>
            <a:off x="1170432"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36" name="Text 34"/>
          <p:cNvSpPr/>
          <p:nvPr/>
        </p:nvSpPr>
        <p:spPr>
          <a:xfrm>
            <a:off x="1170432"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38" name="Text 36"/>
          <p:cNvSpPr/>
          <p:nvPr/>
        </p:nvSpPr>
        <p:spPr>
          <a:xfrm>
            <a:off x="2185416"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40" name="Text 38"/>
          <p:cNvSpPr/>
          <p:nvPr/>
        </p:nvSpPr>
        <p:spPr>
          <a:xfrm>
            <a:off x="2185416"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2" name="Text 40"/>
          <p:cNvSpPr/>
          <p:nvPr/>
        </p:nvSpPr>
        <p:spPr>
          <a:xfrm>
            <a:off x="3200400"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44" name="Text 42"/>
          <p:cNvSpPr/>
          <p:nvPr/>
        </p:nvSpPr>
        <p:spPr>
          <a:xfrm>
            <a:off x="3200400"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46" name="Text 44"/>
          <p:cNvSpPr/>
          <p:nvPr/>
        </p:nvSpPr>
        <p:spPr>
          <a:xfrm>
            <a:off x="4215384"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48" name="Text 46"/>
          <p:cNvSpPr/>
          <p:nvPr/>
        </p:nvSpPr>
        <p:spPr>
          <a:xfrm>
            <a:off x="4215384"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50" name="Text 48"/>
          <p:cNvSpPr/>
          <p:nvPr/>
        </p:nvSpPr>
        <p:spPr>
          <a:xfrm>
            <a:off x="5230368"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52" name="Text 50"/>
          <p:cNvSpPr/>
          <p:nvPr/>
        </p:nvSpPr>
        <p:spPr>
          <a:xfrm>
            <a:off x="5230368"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54" name="Text 52"/>
          <p:cNvSpPr/>
          <p:nvPr/>
        </p:nvSpPr>
        <p:spPr>
          <a:xfrm>
            <a:off x="6245352" y="106984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56" name="Text 54"/>
          <p:cNvSpPr/>
          <p:nvPr/>
        </p:nvSpPr>
        <p:spPr>
          <a:xfrm>
            <a:off x="6245352" y="128016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txBody>
          <a:bodyPr/>
          <a:lstStyle/>
          <a:p>
            <a:endParaRPr lang="en-US"/>
          </a:p>
        </p:txBody>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59" name="Text 57"/>
          <p:cNvSpPr/>
          <p:nvPr/>
        </p:nvSpPr>
        <p:spPr>
          <a:xfrm>
            <a:off x="182880" y="240944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2" name="Text 60"/>
          <p:cNvSpPr/>
          <p:nvPr/>
        </p:nvSpPr>
        <p:spPr>
          <a:xfrm>
            <a:off x="1170432"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64" name="Text 62"/>
          <p:cNvSpPr/>
          <p:nvPr/>
        </p:nvSpPr>
        <p:spPr>
          <a:xfrm>
            <a:off x="1170432" y="28117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66" name="Text 64"/>
          <p:cNvSpPr/>
          <p:nvPr/>
        </p:nvSpPr>
        <p:spPr>
          <a:xfrm>
            <a:off x="2185416"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68" name="Text 66"/>
          <p:cNvSpPr/>
          <p:nvPr/>
        </p:nvSpPr>
        <p:spPr>
          <a:xfrm>
            <a:off x="2185416" y="28117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0" name="Text 68"/>
          <p:cNvSpPr/>
          <p:nvPr/>
        </p:nvSpPr>
        <p:spPr>
          <a:xfrm>
            <a:off x="3200400" y="260146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72" name="Text 70"/>
          <p:cNvSpPr/>
          <p:nvPr/>
        </p:nvSpPr>
        <p:spPr>
          <a:xfrm>
            <a:off x="3200400" y="281178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txBody>
          <a:bodyPr/>
          <a:lstStyle/>
          <a:p>
            <a:endParaRPr lang="en-US"/>
          </a:p>
        </p:txBody>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75" name="Text 73"/>
          <p:cNvSpPr/>
          <p:nvPr/>
        </p:nvSpPr>
        <p:spPr>
          <a:xfrm>
            <a:off x="182880" y="394106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5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78" name="Text 76"/>
          <p:cNvSpPr/>
          <p:nvPr/>
        </p:nvSpPr>
        <p:spPr>
          <a:xfrm>
            <a:off x="1170432"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80" name="Text 78"/>
          <p:cNvSpPr/>
          <p:nvPr/>
        </p:nvSpPr>
        <p:spPr>
          <a:xfrm>
            <a:off x="1170432"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2" name="Text 80"/>
          <p:cNvSpPr/>
          <p:nvPr/>
        </p:nvSpPr>
        <p:spPr>
          <a:xfrm>
            <a:off x="2185416"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84" name="Text 82"/>
          <p:cNvSpPr/>
          <p:nvPr/>
        </p:nvSpPr>
        <p:spPr>
          <a:xfrm>
            <a:off x="2185416"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86" name="Text 84"/>
          <p:cNvSpPr/>
          <p:nvPr/>
        </p:nvSpPr>
        <p:spPr>
          <a:xfrm>
            <a:off x="3200400"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88" name="Text 86"/>
          <p:cNvSpPr/>
          <p:nvPr/>
        </p:nvSpPr>
        <p:spPr>
          <a:xfrm>
            <a:off x="3200400"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0" name="Text 88"/>
          <p:cNvSpPr/>
          <p:nvPr/>
        </p:nvSpPr>
        <p:spPr>
          <a:xfrm>
            <a:off x="4215384"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92" name="Text 90"/>
          <p:cNvSpPr/>
          <p:nvPr/>
        </p:nvSpPr>
        <p:spPr>
          <a:xfrm>
            <a:off x="4215384" y="43434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4" name="Text 92"/>
          <p:cNvSpPr/>
          <p:nvPr/>
        </p:nvSpPr>
        <p:spPr>
          <a:xfrm>
            <a:off x="5230368"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96" name="Text 94"/>
          <p:cNvSpPr/>
          <p:nvPr/>
        </p:nvSpPr>
        <p:spPr>
          <a:xfrm>
            <a:off x="5230368"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98" name="Text 96"/>
          <p:cNvSpPr/>
          <p:nvPr/>
        </p:nvSpPr>
        <p:spPr>
          <a:xfrm>
            <a:off x="6245352"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00" name="Text 98"/>
          <p:cNvSpPr/>
          <p:nvPr/>
        </p:nvSpPr>
        <p:spPr>
          <a:xfrm>
            <a:off x="6245352" y="434340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2" name="Text 100"/>
          <p:cNvSpPr/>
          <p:nvPr/>
        </p:nvSpPr>
        <p:spPr>
          <a:xfrm>
            <a:off x="7260336"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txBody>
          <a:bodyPr/>
          <a:lstStyle/>
          <a:p>
            <a:endParaRPr lang="en-US"/>
          </a:p>
        </p:txBody>
      </p:sp>
      <p:sp>
        <p:nvSpPr>
          <p:cNvPr id="104" name="Text 102"/>
          <p:cNvSpPr/>
          <p:nvPr/>
        </p:nvSpPr>
        <p:spPr>
          <a:xfrm>
            <a:off x="7260336" y="4343400"/>
            <a:ext cx="932688" cy="155448"/>
          </a:xfrm>
          <a:prstGeom prst="rect">
            <a:avLst/>
          </a:prstGeom>
          <a:noFill/>
          <a:ln/>
        </p:spPr>
        <p:txBody>
          <a:bodyPr wrap="square" lIns="0" tIns="0" rIns="0" bIns="0" rtlCol="0" anchor="ctr"/>
          <a:lstStyle/>
          <a:p>
            <a:pPr marL="0" indent="0" algn="ctr">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06" name="Text 104"/>
          <p:cNvSpPr/>
          <p:nvPr/>
        </p:nvSpPr>
        <p:spPr>
          <a:xfrm>
            <a:off x="8275320" y="41330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txBody>
          <a:bodyPr/>
          <a:lstStyle/>
          <a:p>
            <a:endParaRPr lang="en-US"/>
          </a:p>
        </p:txBody>
      </p:sp>
      <p:sp>
        <p:nvSpPr>
          <p:cNvPr id="108" name="Text 106"/>
          <p:cNvSpPr/>
          <p:nvPr/>
        </p:nvSpPr>
        <p:spPr>
          <a:xfrm>
            <a:off x="8275320" y="4343400"/>
            <a:ext cx="932688" cy="155448"/>
          </a:xfrm>
          <a:prstGeom prst="rect">
            <a:avLst/>
          </a:prstGeom>
          <a:noFill/>
          <a:ln/>
        </p:spPr>
        <p:txBody>
          <a:bodyPr wrap="square" lIns="0" tIns="0" rIns="0" bIns="0" rtlCol="0" anchor="ctr"/>
          <a:lstStyle/>
          <a:p>
            <a:pPr marL="0" indent="0" algn="ctr">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0" name="Text 108"/>
          <p:cNvSpPr/>
          <p:nvPr/>
        </p:nvSpPr>
        <p:spPr>
          <a:xfrm>
            <a:off x="1170432" y="459028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12" name="Text 110"/>
          <p:cNvSpPr/>
          <p:nvPr/>
        </p:nvSpPr>
        <p:spPr>
          <a:xfrm>
            <a:off x="1170432" y="480060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txBody>
          <a:bodyPr/>
          <a:lstStyle/>
          <a:p>
            <a:endParaRPr lang="en-US"/>
          </a:p>
        </p:txBody>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txBody>
          <a:bodyPr/>
          <a:lstStyle/>
          <a:p>
            <a:endParaRPr lang="en-US"/>
          </a:p>
        </p:txBody>
      </p:sp>
      <p:sp>
        <p:nvSpPr>
          <p:cNvPr id="115" name="Text 113"/>
          <p:cNvSpPr/>
          <p:nvPr/>
        </p:nvSpPr>
        <p:spPr>
          <a:xfrm>
            <a:off x="182880" y="5472684"/>
            <a:ext cx="859536" cy="1330452"/>
          </a:xfrm>
          <a:prstGeom prst="rect">
            <a:avLst/>
          </a:prstGeom>
          <a:noFill/>
          <a:ln/>
        </p:spPr>
        <p:txBody>
          <a:bodyPr wrap="square" lIns="0" tIns="0" rIns="0" bIns="0" rtlCol="0" anchor="ctr"/>
          <a:lstStyle/>
          <a:p>
            <a:pPr marL="0" indent="0" algn="ctr">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marL="0" indent="0" algn="l">
              <a:buNone/>
            </a:pPr>
            <a:r>
              <a:rPr lang="en-US" sz="750" dirty="0">
                <a:solidFill>
                  <a:srgbClr val="9CA3AF"/>
                </a:solidFill>
              </a:rPr>
              <a:t>5 / 6 In Progress</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18" name="Text 116"/>
          <p:cNvSpPr/>
          <p:nvPr/>
        </p:nvSpPr>
        <p:spPr>
          <a:xfrm>
            <a:off x="1170432"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20" name="Text 118"/>
          <p:cNvSpPr/>
          <p:nvPr/>
        </p:nvSpPr>
        <p:spPr>
          <a:xfrm>
            <a:off x="1170432"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22" name="Text 120"/>
          <p:cNvSpPr/>
          <p:nvPr/>
        </p:nvSpPr>
        <p:spPr>
          <a:xfrm>
            <a:off x="2185416"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24" name="Text 122"/>
          <p:cNvSpPr/>
          <p:nvPr/>
        </p:nvSpPr>
        <p:spPr>
          <a:xfrm>
            <a:off x="2185416"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26" name="Text 124"/>
          <p:cNvSpPr/>
          <p:nvPr/>
        </p:nvSpPr>
        <p:spPr>
          <a:xfrm>
            <a:off x="3200400"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28" name="Text 126"/>
          <p:cNvSpPr/>
          <p:nvPr/>
        </p:nvSpPr>
        <p:spPr>
          <a:xfrm>
            <a:off x="3200400"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30" name="Text 128"/>
          <p:cNvSpPr/>
          <p:nvPr/>
        </p:nvSpPr>
        <p:spPr>
          <a:xfrm>
            <a:off x="4215384"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32" name="Text 130"/>
          <p:cNvSpPr/>
          <p:nvPr/>
        </p:nvSpPr>
        <p:spPr>
          <a:xfrm>
            <a:off x="4215384"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34" name="Text 132"/>
          <p:cNvSpPr/>
          <p:nvPr/>
        </p:nvSpPr>
        <p:spPr>
          <a:xfrm>
            <a:off x="5230368"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txBody>
          <a:bodyPr/>
          <a:lstStyle/>
          <a:p>
            <a:endParaRPr lang="en-US"/>
          </a:p>
        </p:txBody>
      </p:sp>
      <p:sp>
        <p:nvSpPr>
          <p:cNvPr id="136" name="Text 134"/>
          <p:cNvSpPr/>
          <p:nvPr/>
        </p:nvSpPr>
        <p:spPr>
          <a:xfrm>
            <a:off x="5230368" y="5875020"/>
            <a:ext cx="932688" cy="155448"/>
          </a:xfrm>
          <a:prstGeom prst="rect">
            <a:avLst/>
          </a:prstGeom>
          <a:noFill/>
          <a:ln/>
        </p:spPr>
        <p:txBody>
          <a:bodyPr wrap="square" lIns="0" tIns="0" rIns="0" bIns="0" rtlCol="0" anchor="ctr"/>
          <a:lstStyle/>
          <a:p>
            <a:pPr marL="0" indent="0" algn="ctr">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txBody>
          <a:bodyPr/>
          <a:lstStyle/>
          <a:p>
            <a:endParaRPr lang="en-US"/>
          </a:p>
        </p:txBody>
      </p:sp>
      <p:sp>
        <p:nvSpPr>
          <p:cNvPr id="138" name="Text 136"/>
          <p:cNvSpPr/>
          <p:nvPr/>
        </p:nvSpPr>
        <p:spPr>
          <a:xfrm>
            <a:off x="6245352" y="5664708"/>
            <a:ext cx="932688" cy="182880"/>
          </a:xfrm>
          <a:prstGeom prst="rect">
            <a:avLst/>
          </a:prstGeom>
          <a:noFill/>
          <a:ln/>
        </p:spPr>
        <p:txBody>
          <a:bodyPr wrap="square" lIns="0" tIns="0" rIns="0" bIns="0" rtlCol="0" anchor="ctr"/>
          <a:lstStyle/>
          <a:p>
            <a:pPr marL="0" indent="0" algn="ctr">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txBody>
          <a:bodyPr/>
          <a:lstStyle/>
          <a:p>
            <a:endParaRPr lang="en-US"/>
          </a:p>
        </p:txBody>
      </p:sp>
      <p:sp>
        <p:nvSpPr>
          <p:cNvPr id="140" name="Text 138"/>
          <p:cNvSpPr/>
          <p:nvPr/>
        </p:nvSpPr>
        <p:spPr>
          <a:xfrm>
            <a:off x="6245352" y="5875020"/>
            <a:ext cx="932688" cy="155448"/>
          </a:xfrm>
          <a:prstGeom prst="rect">
            <a:avLst/>
          </a:prstGeom>
          <a:noFill/>
          <a:ln/>
        </p:spPr>
        <p:txBody>
          <a:bodyPr wrap="square" lIns="0" tIns="0" rIns="0" bIns="0" rtlCol="0" anchor="ctr"/>
          <a:lstStyle/>
          <a:p>
            <a:pPr marL="0" indent="0" algn="ctr">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txBody>
          <a:bodyPr/>
          <a:lstStyle/>
          <a:p>
            <a:endParaRPr lang="en-US"/>
          </a:p>
        </p:txBody>
      </p:sp>
      <p:sp>
        <p:nvSpPr>
          <p:cNvPr id="142" name="Text 140"/>
          <p:cNvSpPr/>
          <p:nvPr/>
        </p:nvSpPr>
        <p:spPr>
          <a:xfrm>
            <a:off x="9500616" y="950976"/>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txBody>
          <a:bodyPr/>
          <a:lstStyle/>
          <a:p>
            <a:endParaRPr lang="en-US"/>
          </a:p>
        </p:txBody>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txBody>
          <a:bodyPr/>
          <a:lstStyle/>
          <a:p>
            <a:endParaRPr lang="en-US"/>
          </a:p>
        </p:txBody>
      </p:sp>
      <p:sp>
        <p:nvSpPr>
          <p:cNvPr id="145" name="Text 143"/>
          <p:cNvSpPr/>
          <p:nvPr/>
        </p:nvSpPr>
        <p:spPr>
          <a:xfrm>
            <a:off x="9701784" y="1243584"/>
            <a:ext cx="2304288" cy="173736"/>
          </a:xfrm>
          <a:prstGeom prst="rect">
            <a:avLst/>
          </a:prstGeom>
          <a:noFill/>
          <a:ln/>
        </p:spPr>
        <p:txBody>
          <a:bodyPr wrap="square" lIns="0" tIns="0" rIns="0" bIns="0" rtlCol="0" anchor="ctr"/>
          <a:lstStyle/>
          <a:p>
            <a:pPr marL="0" indent="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marL="0" indent="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txBody>
          <a:bodyPr/>
          <a:lstStyle/>
          <a:p>
            <a:endParaRPr lang="en-US"/>
          </a:p>
        </p:txBody>
      </p:sp>
      <p:sp>
        <p:nvSpPr>
          <p:cNvPr id="148" name="Text 146"/>
          <p:cNvSpPr/>
          <p:nvPr/>
        </p:nvSpPr>
        <p:spPr>
          <a:xfrm>
            <a:off x="11494008" y="1453896"/>
            <a:ext cx="658368" cy="137160"/>
          </a:xfrm>
          <a:prstGeom prst="rect">
            <a:avLst/>
          </a:prstGeom>
          <a:noFill/>
          <a:ln/>
        </p:spPr>
        <p:txBody>
          <a:bodyPr wrap="square" lIns="0" tIns="0" rIns="0" bIns="0" rtlCol="0" anchor="ctr"/>
          <a:lstStyle/>
          <a:p>
            <a:pPr marL="0" indent="0" algn="ctr">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txBody>
          <a:bodyPr/>
          <a:lstStyle/>
          <a:p>
            <a:endParaRPr lang="en-US"/>
          </a:p>
        </p:txBody>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txBody>
          <a:bodyPr/>
          <a:lstStyle/>
          <a:p>
            <a:endParaRPr lang="en-US"/>
          </a:p>
        </p:txBody>
      </p:sp>
      <p:sp>
        <p:nvSpPr>
          <p:cNvPr id="151" name="Text 149"/>
          <p:cNvSpPr/>
          <p:nvPr/>
        </p:nvSpPr>
        <p:spPr>
          <a:xfrm>
            <a:off x="9701784" y="1719072"/>
            <a:ext cx="2304288" cy="173736"/>
          </a:xfrm>
          <a:prstGeom prst="rect">
            <a:avLst/>
          </a:prstGeom>
          <a:noFill/>
          <a:ln/>
        </p:spPr>
        <p:txBody>
          <a:bodyPr wrap="square" lIns="0" tIns="0" rIns="0" bIns="0" rtlCol="0" anchor="ctr"/>
          <a:lstStyle/>
          <a:p>
            <a:pPr marL="0" indent="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marL="0" indent="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txBody>
          <a:bodyPr/>
          <a:lstStyle/>
          <a:p>
            <a:endParaRPr lang="en-US"/>
          </a:p>
        </p:txBody>
      </p:sp>
      <p:sp>
        <p:nvSpPr>
          <p:cNvPr id="154" name="Text 152"/>
          <p:cNvSpPr/>
          <p:nvPr/>
        </p:nvSpPr>
        <p:spPr>
          <a:xfrm>
            <a:off x="11494008" y="1929384"/>
            <a:ext cx="658368" cy="137160"/>
          </a:xfrm>
          <a:prstGeom prst="rect">
            <a:avLst/>
          </a:prstGeom>
          <a:noFill/>
          <a:ln/>
        </p:spPr>
        <p:txBody>
          <a:bodyPr wrap="square" lIns="0" tIns="0" rIns="0" bIns="0" rtlCol="0" anchor="ctr"/>
          <a:lstStyle/>
          <a:p>
            <a:pPr marL="0" indent="0" algn="ctr">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txBody>
          <a:bodyPr/>
          <a:lstStyle/>
          <a:p>
            <a:endParaRPr lang="en-US"/>
          </a:p>
        </p:txBody>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txBody>
          <a:bodyPr/>
          <a:lstStyle/>
          <a:p>
            <a:endParaRPr lang="en-US"/>
          </a:p>
        </p:txBody>
      </p:sp>
      <p:sp>
        <p:nvSpPr>
          <p:cNvPr id="157" name="Text 155"/>
          <p:cNvSpPr/>
          <p:nvPr/>
        </p:nvSpPr>
        <p:spPr>
          <a:xfrm>
            <a:off x="9701784" y="2194560"/>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marL="0" indent="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60" name="Text 158"/>
          <p:cNvSpPr/>
          <p:nvPr/>
        </p:nvSpPr>
        <p:spPr>
          <a:xfrm>
            <a:off x="11494008" y="2404872"/>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txBody>
          <a:bodyPr/>
          <a:lstStyle/>
          <a:p>
            <a:endParaRPr lang="en-US"/>
          </a:p>
        </p:txBody>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txBody>
          <a:bodyPr/>
          <a:lstStyle/>
          <a:p>
            <a:endParaRPr lang="en-US"/>
          </a:p>
        </p:txBody>
      </p:sp>
      <p:sp>
        <p:nvSpPr>
          <p:cNvPr id="163" name="Text 161"/>
          <p:cNvSpPr/>
          <p:nvPr/>
        </p:nvSpPr>
        <p:spPr>
          <a:xfrm>
            <a:off x="9701784" y="2670048"/>
            <a:ext cx="2304288" cy="173736"/>
          </a:xfrm>
          <a:prstGeom prst="rect">
            <a:avLst/>
          </a:prstGeom>
          <a:noFill/>
          <a:ln/>
        </p:spPr>
        <p:txBody>
          <a:bodyPr wrap="square" lIns="0" tIns="0" rIns="0" bIns="0" rtlCol="0" anchor="ctr"/>
          <a:lstStyle/>
          <a:p>
            <a:pPr marL="0" indent="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marL="0" indent="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txBody>
          <a:bodyPr/>
          <a:lstStyle/>
          <a:p>
            <a:endParaRPr lang="en-US"/>
          </a:p>
        </p:txBody>
      </p:sp>
      <p:sp>
        <p:nvSpPr>
          <p:cNvPr id="166" name="Text 164"/>
          <p:cNvSpPr/>
          <p:nvPr/>
        </p:nvSpPr>
        <p:spPr>
          <a:xfrm>
            <a:off x="11494008" y="2880360"/>
            <a:ext cx="658368" cy="137160"/>
          </a:xfrm>
          <a:prstGeom prst="rect">
            <a:avLst/>
          </a:prstGeom>
          <a:noFill/>
          <a:ln/>
        </p:spPr>
        <p:txBody>
          <a:bodyPr wrap="square" lIns="0" tIns="0" rIns="0" bIns="0" rtlCol="0" anchor="ctr"/>
          <a:lstStyle/>
          <a:p>
            <a:pPr marL="0" indent="0" algn="ctr">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txBody>
          <a:bodyPr/>
          <a:lstStyle/>
          <a:p>
            <a:endParaRPr lang="en-US"/>
          </a:p>
        </p:txBody>
      </p:sp>
      <p:sp>
        <p:nvSpPr>
          <p:cNvPr id="168" name="Text 166"/>
          <p:cNvSpPr/>
          <p:nvPr/>
        </p:nvSpPr>
        <p:spPr>
          <a:xfrm>
            <a:off x="9500616" y="3337560"/>
            <a:ext cx="2633472" cy="201168"/>
          </a:xfrm>
          <a:prstGeom prst="rect">
            <a:avLst/>
          </a:prstGeom>
          <a:noFill/>
          <a:ln/>
        </p:spPr>
        <p:txBody>
          <a:bodyPr wrap="square" lIns="0" tIns="0" rIns="0" bIns="0" rtlCol="0" anchor="ctr"/>
          <a:lstStyle/>
          <a:p>
            <a:pPr marL="0" indent="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txBody>
          <a:bodyPr/>
          <a:lstStyle/>
          <a:p>
            <a:endParaRPr lang="en-US"/>
          </a:p>
        </p:txBody>
      </p:sp>
      <p:sp>
        <p:nvSpPr>
          <p:cNvPr id="170" name="Text 168"/>
          <p:cNvSpPr/>
          <p:nvPr/>
        </p:nvSpPr>
        <p:spPr>
          <a:xfrm>
            <a:off x="9500616" y="3584448"/>
            <a:ext cx="822960" cy="173736"/>
          </a:xfrm>
          <a:prstGeom prst="rect">
            <a:avLst/>
          </a:prstGeom>
          <a:noFill/>
          <a:ln/>
        </p:spPr>
        <p:txBody>
          <a:bodyPr wrap="square" lIns="0" tIns="0" rIns="0" bIns="0" rtlCol="0" anchor="ctr"/>
          <a:lstStyle/>
          <a:p>
            <a:pPr marL="0" indent="0" algn="ctr">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txBody>
          <a:bodyPr/>
          <a:lstStyle/>
          <a:p>
            <a:endParaRPr lang="en-US"/>
          </a:p>
        </p:txBody>
      </p:sp>
      <p:sp>
        <p:nvSpPr>
          <p:cNvPr id="172" name="Text 170"/>
          <p:cNvSpPr/>
          <p:nvPr/>
        </p:nvSpPr>
        <p:spPr>
          <a:xfrm>
            <a:off x="9500616" y="3813048"/>
            <a:ext cx="822960" cy="173736"/>
          </a:xfrm>
          <a:prstGeom prst="rect">
            <a:avLst/>
          </a:prstGeom>
          <a:noFill/>
          <a:ln/>
        </p:spPr>
        <p:txBody>
          <a:bodyPr wrap="square" lIns="0" tIns="0" rIns="0" bIns="0" rtlCol="0" anchor="ctr"/>
          <a:lstStyle/>
          <a:p>
            <a:pPr marL="0" indent="0" algn="ctr">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txBody>
          <a:bodyPr/>
          <a:lstStyle/>
          <a:p>
            <a:endParaRPr lang="en-US"/>
          </a:p>
        </p:txBody>
      </p:sp>
      <p:sp>
        <p:nvSpPr>
          <p:cNvPr id="174" name="Text 172"/>
          <p:cNvSpPr/>
          <p:nvPr/>
        </p:nvSpPr>
        <p:spPr>
          <a:xfrm>
            <a:off x="9500616" y="4041648"/>
            <a:ext cx="822960" cy="173736"/>
          </a:xfrm>
          <a:prstGeom prst="rect">
            <a:avLst/>
          </a:prstGeom>
          <a:noFill/>
          <a:ln/>
        </p:spPr>
        <p:txBody>
          <a:bodyPr wrap="square" lIns="0" tIns="0" rIns="0" bIns="0" rtlCol="0" anchor="ctr"/>
          <a:lstStyle/>
          <a:p>
            <a:pPr marL="0" indent="0" algn="ctr">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txBody>
          <a:bodyPr/>
          <a:lstStyle/>
          <a:p>
            <a:endParaRPr lang="en-US"/>
          </a:p>
        </p:txBody>
      </p:sp>
      <p:sp>
        <p:nvSpPr>
          <p:cNvPr id="176" name="Text 174"/>
          <p:cNvSpPr/>
          <p:nvPr/>
        </p:nvSpPr>
        <p:spPr>
          <a:xfrm>
            <a:off x="9500616" y="4270248"/>
            <a:ext cx="822960" cy="173736"/>
          </a:xfrm>
          <a:prstGeom prst="rect">
            <a:avLst/>
          </a:prstGeom>
          <a:noFill/>
          <a:ln/>
        </p:spPr>
        <p:txBody>
          <a:bodyPr wrap="square" lIns="0" tIns="0" rIns="0" bIns="0" rtlCol="0" anchor="ctr"/>
          <a:lstStyle/>
          <a:p>
            <a:pPr marL="0" indent="0" algn="ctr">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TotalTime>
  <Words>1538</Words>
  <Application>Microsoft Macintosh PowerPoint</Application>
  <PresentationFormat>Custom</PresentationFormat>
  <Paragraphs>515</Paragraphs>
  <Slides>7</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2026-07-16T13:09:54Z</dcterms:modified>
</cp:coreProperties>
</file>