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SABR — Component Status &amp; Dependencies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2,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13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20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151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023360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58A8"/>
                </a:solidFill>
              </a:rPr>
              <a:t>■ In Progress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504688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□ Not Started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86016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>★ Critical Path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467344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</a:rPr>
              <a:t>⚠ At Risk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948672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803D"/>
                </a:solidFill>
              </a:rPr>
              <a:t>■ Done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20%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17043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7043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Roku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8541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Fire TV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Samsung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15384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15384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TC.com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30368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Apple TV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4535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4535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App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26033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6033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App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17043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7043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HLS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18541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8541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MPEG-DASH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0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0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DRM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215384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15384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Widevine DRM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230368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30368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Live Streams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24535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4535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Streams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26033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6033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Linear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4 / 7 In Progress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17043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7043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Web Player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18541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8541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Sup.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3200400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00400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Widevine Sup.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Player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230368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Player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24535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4535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HLS/DASH PB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726033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26033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Bitmovin QOE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8 In Progress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17043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17043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Metadata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18541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18541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Images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320040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0040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Carousels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215384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15384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Live Video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5230368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230368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Video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624535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24535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JABs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726033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6033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M15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27532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27532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Highlights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4 In Progress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170432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170432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Sign-in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2185416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185416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Subscription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3200400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00400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MVPD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4215384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15384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Promos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C3AED"/>
                </a:solidFill>
              </a:rPr>
              <a:t>21%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00616" y="1399032"/>
            <a:ext cx="493502" cy="822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14%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00616" y="1755648"/>
            <a:ext cx="329001" cy="822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E7490"/>
                </a:solidFill>
              </a:rPr>
              <a:t>29%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00616" y="2112264"/>
            <a:ext cx="681502" cy="822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19%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500616" y="2468880"/>
            <a:ext cx="446502" cy="822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91C1C"/>
                </a:solidFill>
              </a:rPr>
              <a:t>13%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9500616" y="2825496"/>
            <a:ext cx="305501" cy="822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</a:rPr>
              <a:t>★  Critical Path — Not Started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518904" y="3529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MPEG-DASH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9610344" y="3712464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8+ downstream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9518904" y="388620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Sign-in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9610344" y="4069080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auth on all surfaces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9518904" y="4242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Widevine DRM</a:t>
            </a:r>
            <a:endParaRPr lang="en-US" sz="850" dirty="0"/>
          </a:p>
        </p:txBody>
      </p:sp>
      <p:sp>
        <p:nvSpPr>
          <p:cNvPr id="139" name="Text 137"/>
          <p:cNvSpPr/>
          <p:nvPr/>
        </p:nvSpPr>
        <p:spPr>
          <a:xfrm>
            <a:off x="9610344" y="4425696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9518904" y="459943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Player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9610344" y="4782312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9518904" y="495604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App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9610344" y="5138928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3 unmet dependencies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2026-07-02T21:41:02Z</dcterms:created>
  <dcterms:modified xsi:type="dcterms:W3CDTF">2026-07-02T21:41:02Z</dcterms:modified>
</cp:coreProperties>
</file>