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7/15/2026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74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1000" dirty="0">
                <a:solidFill>
                  <a:srgbClr val="1F2937"/>
                </a:solidFill>
              </a:rPr>
              <a:t># PROJECT SABR — CPR: This Week Update</a:t>
            </a:r>
            <a:endParaRPr lang="en-US" sz="1000" dirty="0"/>
          </a:p>
          <a:p>
            <a:pPr algn="l" indent="0" marL="0">
              <a:buNone/>
            </a:pPr>
            <a:r>
              <a:rPr lang="en-US" sz="1000" dirty="0">
                <a:solidFill>
                  <a:srgbClr val="1F2937"/>
                </a:solidFill>
              </a:rPr>
              <a:t>**Week of July 15, 2026**</a:t>
            </a:r>
            <a:endParaRPr lang="en-US" sz="1000" dirty="0"/>
          </a:p>
          <a:p>
            <a:pPr algn="l" indent="0" marL="0">
              <a:buNone/>
            </a:pPr>
            <a:endParaRPr lang="en-US" sz="1000" dirty="0"/>
          </a:p>
          <a:p>
            <a:pPr algn="l" indent="0" marL="0">
              <a:buNone/>
            </a:pPr>
            <a:r>
              <a:rPr lang="en-US" sz="1000" dirty="0">
                <a:solidFill>
                  <a:srgbClr val="1F2937"/>
                </a:solidFill>
              </a:rPr>
              <a:t>---</a:t>
            </a:r>
            <a:endParaRPr lang="en-US" sz="1000" dirty="0"/>
          </a:p>
          <a:p>
            <a:pPr algn="l" indent="0" marL="0">
              <a:buNone/>
            </a:pPr>
            <a:endParaRPr lang="en-US" sz="1000" dirty="0"/>
          </a:p>
          <a:p>
            <a:pPr algn="l" indent="0" marL="0">
              <a:buNone/>
            </a:pPr>
            <a:r>
              <a:rPr lang="en-US" sz="1000" dirty="0">
                <a:solidFill>
                  <a:srgbClr val="1F2937"/>
                </a:solidFill>
              </a:rPr>
              <a:t>## Overall Summary</a:t>
            </a:r>
            <a:endParaRPr lang="en-US" sz="1000" dirty="0"/>
          </a:p>
          <a:p>
            <a:pPr algn="l" indent="0" marL="0">
              <a:buNone/>
            </a:pPr>
            <a:endParaRPr lang="en-US" sz="1000" dirty="0"/>
          </a:p>
          <a:p>
            <a:pPr algn="l" indent="0" marL="0">
              <a:buNone/>
            </a:pPr>
            <a:r>
              <a:rPr lang="en-US" sz="1000" dirty="0">
                <a:solidFill>
                  <a:srgbClr val="1F2937"/>
                </a:solidFill>
              </a:rPr>
              <a:t>The merchandising and frontend teams convened to align on hero module and rotator banner requirements for the platform rebuild. Engineering completed reverse-engineering of production behavior to inform SABR design decisions, while product clarified image asset specifications and responsive design patterns ahead of the beta milestone.</a:t>
            </a:r>
            <a:endParaRPr lang="en-US" sz="1000" dirty="0"/>
          </a:p>
          <a:p>
            <a:pPr algn="l" indent="0" marL="0">
              <a:buNone/>
            </a:pPr>
            <a:endParaRPr lang="en-US" sz="1000" dirty="0"/>
          </a:p>
          <a:p>
            <a:pPr algn="l" indent="0" marL="0">
              <a:buNone/>
            </a:pPr>
            <a:r>
              <a:rPr lang="en-US" sz="1000" dirty="0">
                <a:solidFill>
                  <a:srgbClr val="1F2937"/>
                </a:solidFill>
              </a:rPr>
              <a:t>---</a:t>
            </a:r>
            <a:endParaRPr lang="en-US" sz="1000" dirty="0"/>
          </a:p>
          <a:p>
            <a:pPr algn="l" indent="0" marL="0">
              <a:buNone/>
            </a:pPr>
            <a:endParaRPr lang="en-US" sz="1000" dirty="0"/>
          </a:p>
          <a:p>
            <a:pPr algn="l" indent="0" marL="0">
              <a:buNone/>
            </a:pPr>
            <a:r>
              <a:rPr lang="en-US" sz="1000" dirty="0">
                <a:solidFill>
                  <a:srgbClr val="1F2937"/>
                </a:solidFill>
              </a:rPr>
              <a:t>## **Merchandising &amp; Product**</a:t>
            </a:r>
            <a:endParaRPr lang="en-US" sz="1000" dirty="0"/>
          </a:p>
          <a:p>
            <a:pPr algn="l" indent="0" marL="0">
              <a:buNone/>
            </a:pPr>
            <a:endParaRPr lang="en-US" sz="1000" dirty="0"/>
          </a:p>
          <a:p>
            <a:pPr algn="l" indent="0" marL="0">
              <a:buNone/>
            </a:pPr>
            <a:r>
              <a:rPr lang="en-US" sz="1000" dirty="0">
                <a:solidFill>
                  <a:srgbClr val="1F2937"/>
                </a:solidFill>
              </a:rPr>
              <a:t>Engineering reviewed rotator banner behavior in production, confirming the intended responsive pattern: square image formatting in portrait mode, landscape formatting on mobile web rotation. Product confirmed the standard two-asset upload approach (mobile vertical + web landscape) will continue in SABR, with no requirement for additional asset variants.</a:t>
            </a:r>
            <a:endParaRPr lang="en-US" sz="1000" dirty="0"/>
          </a:p>
          <a:p>
            <a:pPr algn="l" indent="0" marL="0">
              <a:buNone/>
            </a:pPr>
            <a:endParaRPr lang="en-US" sz="1000" dirty="0"/>
          </a:p>
          <a:p>
            <a:pPr algn="l" indent="0" marL="0">
              <a:buNone/>
            </a:pPr>
            <a:r>
              <a:rPr lang="en-US" sz="1000" dirty="0">
                <a:solidFill>
                  <a:srgbClr val="1F2937"/>
                </a:solidFill>
              </a:rPr>
              <a:t>---</a:t>
            </a:r>
            <a:endParaRPr lang="en-US" sz="1000" dirty="0"/>
          </a:p>
          <a:p>
            <a:pPr algn="l" indent="0" marL="0">
              <a:buNone/>
            </a:pPr>
            <a:endParaRPr lang="en-US" sz="1000" dirty="0"/>
          </a:p>
          <a:p>
            <a:pPr algn="l" indent="0" marL="0">
              <a:buNone/>
            </a:pPr>
            <a:r>
              <a:rPr lang="en-US" sz="1000" dirty="0">
                <a:solidFill>
                  <a:srgbClr val="1F2937"/>
                </a:solidFill>
              </a:rPr>
              <a:t>## **Frontend/Hero Module Design**</a:t>
            </a:r>
            <a:endParaRPr lang="en-US" sz="1000" dirty="0"/>
          </a:p>
          <a:p>
            <a:pPr algn="l" indent="0" marL="0">
              <a:buNone/>
            </a:pPr>
            <a:endParaRPr lang="en-US" sz="1000" dirty="0"/>
          </a:p>
          <a:p>
            <a:pPr algn="l" indent="0" marL="0">
              <a:buNone/>
            </a:pPr>
            <a:r>
              <a:rPr lang="en-US" sz="1000" dirty="0">
                <a:solidFill>
                  <a:srgbClr val="1F2937"/>
                </a:solidFill>
              </a:rPr>
              <a:t>Product identified the hero module as a high-priority component requiring design exploration beyond current patterns. The team scheduled extended discussion to evaluate enhanced approaches to hero configuration and linking functionality, recognizing this as one of the most critical editorial touchpoints for the platform.</a:t>
            </a:r>
            <a:endParaRPr lang="en-US" sz="1000" dirty="0"/>
          </a:p>
          <a:p>
            <a:pPr algn="l" indent="0" marL="0">
              <a:buNone/>
            </a:pPr>
            <a:endParaRPr lang="en-US" sz="1000" dirty="0"/>
          </a:p>
          <a:p>
            <a:pPr algn="l" indent="0" marL="0">
              <a:buNone/>
            </a:pPr>
            <a:r>
              <a:rPr lang="en-US" sz="1000" dirty="0">
                <a:solidFill>
                  <a:srgbClr val="1F2937"/>
                </a:solidFill>
              </a:rPr>
              <a:t>---</a:t>
            </a:r>
            <a:endParaRPr lang="en-US" sz="1000" dirty="0"/>
          </a:p>
          <a:p>
            <a:pPr algn="l" indent="0" marL="0">
              <a:buNone/>
            </a:pPr>
            <a:endParaRPr lang="en-US" sz="1000" dirty="0"/>
          </a:p>
          <a:p>
            <a:pPr algn="l" indent="0" marL="0">
              <a:buNone/>
            </a:pPr>
            <a:r>
              <a:rPr lang="en-US" sz="1000" dirty="0">
                <a:solidFill>
                  <a:srgbClr val="1F2937"/>
                </a:solidFill>
              </a:rPr>
              <a:t>## **Key Decisions**</a:t>
            </a:r>
            <a:endParaRPr lang="en-US" sz="1000" dirty="0"/>
          </a:p>
          <a:p>
            <a:pPr algn="l" indent="0" marL="0">
              <a:buNone/>
            </a:pPr>
            <a:endParaRPr lang="en-US" sz="1000" dirty="0"/>
          </a:p>
          <a:p>
            <a:pPr algn="l" indent="0" marL="0">
              <a:buNone/>
            </a:pPr>
            <a:r>
              <a:rPr lang="en-US" sz="1000" dirty="0">
                <a:solidFill>
                  <a:srgbClr val="1F2937"/>
                </a:solidFill>
              </a:rPr>
              <a:t>- Rotator banner responsive behavior confirmed: portrait mode displays square crop; landscape rotation displays full-width asset</a:t>
            </a:r>
            <a:endParaRPr lang="en-US" sz="1000" dirty="0"/>
          </a:p>
          <a:p>
            <a:pPr algn="l" indent="0" marL="0">
              <a:buNone/>
            </a:pPr>
            <a:r>
              <a:rPr lang="en-US" sz="1000" dirty="0">
                <a:solidFill>
                  <a:srgbClr val="1F2937"/>
                </a:solidFill>
              </a:rPr>
              <a:t>- Continue two-asset upload model (mobile vertical + web landscape) for SABR</a:t>
            </a:r>
            <a:endParaRPr lang="en-US" sz="1000" dirty="0"/>
          </a:p>
          <a:p>
            <a:pPr algn="l" indent="0" marL="0">
              <a:buNone/>
            </a:pPr>
            <a:r>
              <a:rPr lang="en-US" sz="1000" dirty="0">
                <a:solidFill>
                  <a:srgbClr val="1F2937"/>
                </a:solidFill>
              </a:rPr>
              <a:t>- Schedule dedicated design sprint for hero module alternatives to improve upon current configuration workflow</a:t>
            </a:r>
            <a:endParaRPr lang="en-US" sz="10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2026-07-17T20:34:35Z</dcterms:created>
  <dcterms:modified xsi:type="dcterms:W3CDTF">2026-07-17T20:34:35Z</dcterms:modified>
</cp:coreProperties>
</file>