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23360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58A8"/>
                </a:solidFill>
              </a:rPr>
              <a:t>■ In Progress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04688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□ Not Started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86016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>★ Critical Path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67344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</a:rPr>
              <a:t>⚠ At Risk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48672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803D"/>
                </a:solidFill>
              </a:rPr>
              <a:t>■ Done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20%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Apple TV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iOS App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Android App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HLS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MPEG-DASH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FairPlay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Widevine DRM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4 / 7 In Progress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FairPlay Sup.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Widevine Sup.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iOS Player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Android Player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624535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24535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24535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24535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726033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26033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726033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26033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8 In Progress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Video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Video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JABs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50" name="Shape 148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9" name="Text 157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4 In Progress</a:t>
            </a:r>
            <a:endParaRPr lang="en-US" sz="750" dirty="0"/>
          </a:p>
        </p:txBody>
      </p:sp>
      <p:sp>
        <p:nvSpPr>
          <p:cNvPr id="160" name="Shape 158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Sign-in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★ Subscription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8350F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8" name="Text 176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9" name="Text 177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C3AED"/>
                </a:solidFill>
              </a:rPr>
              <a:t>21%</a:t>
            </a:r>
            <a:endParaRPr lang="en-US" sz="800" dirty="0"/>
          </a:p>
        </p:txBody>
      </p:sp>
      <p:sp>
        <p:nvSpPr>
          <p:cNvPr id="180" name="Shape 178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500616" y="1399032"/>
            <a:ext cx="493502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83" name="Text 181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14%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500616" y="1755648"/>
            <a:ext cx="329001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E7490"/>
                </a:solidFill>
              </a:rPr>
              <a:t>29%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500616" y="2112264"/>
            <a:ext cx="681502" cy="822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91" name="Text 189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19%</a:t>
            </a:r>
            <a:endParaRPr lang="en-US" sz="800" dirty="0"/>
          </a:p>
        </p:txBody>
      </p:sp>
      <p:sp>
        <p:nvSpPr>
          <p:cNvPr id="192" name="Shape 190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9500616" y="2468880"/>
            <a:ext cx="446502" cy="822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95" name="Text 193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91C1C"/>
                </a:solidFill>
              </a:rPr>
              <a:t>13%</a:t>
            </a:r>
            <a:endParaRPr lang="en-US" sz="800" dirty="0"/>
          </a:p>
        </p:txBody>
      </p:sp>
      <p:sp>
        <p:nvSpPr>
          <p:cNvPr id="196" name="Shape 194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9500616" y="2825496"/>
            <a:ext cx="305501" cy="822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</a:rPr>
              <a:t>★  Critical Path — Not Started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9518904" y="3529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MPEG-DASH</a:t>
            </a:r>
            <a:endParaRPr lang="en-US" sz="850" dirty="0"/>
          </a:p>
        </p:txBody>
      </p:sp>
      <p:sp>
        <p:nvSpPr>
          <p:cNvPr id="201" name="Text 199"/>
          <p:cNvSpPr/>
          <p:nvPr/>
        </p:nvSpPr>
        <p:spPr>
          <a:xfrm>
            <a:off x="9610344" y="371246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8+ downstream</a:t>
            </a:r>
            <a:endParaRPr lang="en-US" sz="750" dirty="0"/>
          </a:p>
        </p:txBody>
      </p:sp>
      <p:sp>
        <p:nvSpPr>
          <p:cNvPr id="202" name="Text 200"/>
          <p:cNvSpPr/>
          <p:nvPr/>
        </p:nvSpPr>
        <p:spPr>
          <a:xfrm>
            <a:off x="9518904" y="388620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Sign-in</a:t>
            </a:r>
            <a:endParaRPr lang="en-US" sz="850" dirty="0"/>
          </a:p>
        </p:txBody>
      </p:sp>
      <p:sp>
        <p:nvSpPr>
          <p:cNvPr id="203" name="Text 201"/>
          <p:cNvSpPr/>
          <p:nvPr/>
        </p:nvSpPr>
        <p:spPr>
          <a:xfrm>
            <a:off x="9610344" y="406908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auth on all surfaces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9518904" y="4242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Widevine DRM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9610344" y="442569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206" name="Text 204"/>
          <p:cNvSpPr/>
          <p:nvPr/>
        </p:nvSpPr>
        <p:spPr>
          <a:xfrm>
            <a:off x="9518904" y="459943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Player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9610344" y="478231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208" name="Text 206"/>
          <p:cNvSpPr/>
          <p:nvPr/>
        </p:nvSpPr>
        <p:spPr>
          <a:xfrm>
            <a:off x="9518904" y="495604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App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9610344" y="5138928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 unmet dependencies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2026-07-03T00:03:28Z</dcterms:created>
  <dcterms:modified xsi:type="dcterms:W3CDTF">2026-07-03T00:03:28Z</dcterms:modified>
</cp:coreProperties>
</file>