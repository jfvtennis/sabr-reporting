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11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22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0" y="641908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Launch: Dec 1, 2026  ·  151 days remaining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0% Ready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tvOS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MPEG-DASH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FairPlay DRM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Widevine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5 In Progress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 Player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9 In Progress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Events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Back Catalog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Full Replays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1170432" y="49286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70432" y="49286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170432" y="51389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170432" y="51389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5 In Progress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Unentitled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Sign-in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Subscription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5230368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230368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5230368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230368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5" name="Shape 183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Status Key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9500616" y="35112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500616" y="35112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10305288" y="35112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Active development underway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9500616" y="37398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9500616" y="37398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10305288" y="37398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Work has not begun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9500616" y="39684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500616" y="39684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F1D1D"/>
                </a:solidFill>
              </a:rPr>
              <a:t>Blocked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10305288" y="39684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Blocked by dependency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9500616" y="41970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500616" y="41970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32D"/>
                </a:solidFill>
              </a:rPr>
              <a:t>Done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0305288" y="41970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Complete ✓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9500616" y="44256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500616" y="44256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8350F"/>
                </a:solidFill>
              </a:rPr>
              <a:t>At Risk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10305288" y="44256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NS with unmet dependencies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2026-07-03T00:54:00Z</dcterms:created>
  <dcterms:modified xsi:type="dcterms:W3CDTF">2026-07-03T00:54:00Z</dcterms:modified>
</cp:coreProperties>
</file>