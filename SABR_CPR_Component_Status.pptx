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 id="259" r:id="rId12"/>
    <p:sldId id="260" r:id="rId13"/>
    <p:sldId id="261" r:id="rId14"/>
    <p:sldId id="262" r:id="rId15"/>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7/15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endParaRPr lang="en-US" sz="650" dirty="0"/>
          </a:p>
        </p:txBody>
      </p:sp>
      <p:sp>
        <p:nvSpPr>
          <p:cNvPr id="63" name="Shape 61"/>
          <p:cNvSpPr/>
          <p:nvPr/>
        </p:nvSpPr>
        <p:spPr>
          <a:xfrm>
            <a:off x="11375136" y="3076956"/>
            <a:ext cx="822960" cy="173736"/>
          </a:xfrm>
          <a:prstGeom prst="roundRect">
            <a:avLst>
              <a:gd name="adj" fmla="val 15789"/>
            </a:avLst>
          </a:prstGeom>
          <a:solidFill>
            <a:srgbClr val="F3F4F6"/>
          </a:solidFill>
          <a:ln w="9525">
            <a:solidFill>
              <a:srgbClr val="D1D5DB"/>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6" name="Shape 104"/>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8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2" name="Text 80"/>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9 In Progress · 2 Done</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F3F4F6"/>
          </a:solidFill>
          <a:ln w="9525">
            <a:solidFill>
              <a:srgbClr val="D1D5DB"/>
            </a:solidFill>
            <a:prstDash val="solid"/>
          </a:ln>
        </p:spPr>
      </p:sp>
      <p:sp>
        <p:nvSpPr>
          <p:cNvPr id="111" name="Text 109"/>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46" name="Text 144"/>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6181344"/>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971032"/>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6181344"/>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6931152"/>
            <a:ext cx="9116568" cy="1170432"/>
          </a:xfrm>
          <a:prstGeom prst="rect">
            <a:avLst/>
          </a:prstGeom>
          <a:solidFill>
            <a:srgbClr val="FFFFFF"/>
          </a:solidFill>
          <a:ln w="6350">
            <a:solidFill>
              <a:srgbClr val="E5E7EB"/>
            </a:solidFill>
            <a:prstDash val="solid"/>
          </a:ln>
        </p:spPr>
      </p:sp>
      <p:sp>
        <p:nvSpPr>
          <p:cNvPr id="173" name="Shape 171"/>
          <p:cNvSpPr/>
          <p:nvPr/>
        </p:nvSpPr>
        <p:spPr>
          <a:xfrm>
            <a:off x="182880" y="7004304"/>
            <a:ext cx="859536" cy="1024128"/>
          </a:xfrm>
          <a:prstGeom prst="roundRect">
            <a:avLst>
              <a:gd name="adj" fmla="val 5319"/>
            </a:avLst>
          </a:prstGeom>
          <a:solidFill>
            <a:srgbClr val="9CA3AF"/>
          </a:solidFill>
          <a:ln w="12700">
            <a:solidFill>
              <a:srgbClr val="9CA3AF"/>
            </a:solidFill>
            <a:prstDash val="solid"/>
          </a:ln>
        </p:spPr>
      </p:sp>
      <p:sp>
        <p:nvSpPr>
          <p:cNvPr id="174" name="Text 172"/>
          <p:cNvSpPr/>
          <p:nvPr/>
        </p:nvSpPr>
        <p:spPr>
          <a:xfrm>
            <a:off x="182880" y="7004304"/>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NPAW</a:t>
            </a:r>
            <a:endParaRPr lang="en-US" sz="800" dirty="0"/>
          </a:p>
          <a:p>
            <a:pPr algn="ctr" indent="0" marL="0">
              <a:buNone/>
            </a:pPr>
            <a:r>
              <a:rPr lang="en-US" sz="800" b="1" dirty="0">
                <a:solidFill>
                  <a:srgbClr val="FFFFFF"/>
                </a:solidFill>
              </a:rPr>
              <a:t>Historical</a:t>
            </a:r>
            <a:endParaRPr lang="en-US" sz="800" dirty="0"/>
          </a:p>
        </p:txBody>
      </p:sp>
      <p:sp>
        <p:nvSpPr>
          <p:cNvPr id="175" name="Text 173"/>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0 / 1 In Progress</a:t>
            </a:r>
            <a:endParaRPr lang="en-US" sz="750" dirty="0"/>
          </a:p>
        </p:txBody>
      </p:sp>
      <p:sp>
        <p:nvSpPr>
          <p:cNvPr id="176" name="Shape 174"/>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78" name="Shape 176"/>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79" name="Text 177"/>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80" name="Shape 178"/>
          <p:cNvSpPr/>
          <p:nvPr/>
        </p:nvSpPr>
        <p:spPr>
          <a:xfrm>
            <a:off x="164592" y="8156448"/>
            <a:ext cx="9116568" cy="1170432"/>
          </a:xfrm>
          <a:prstGeom prst="rect">
            <a:avLst/>
          </a:prstGeom>
          <a:solidFill>
            <a:srgbClr val="FAFBFC"/>
          </a:solidFill>
          <a:ln w="6350">
            <a:solidFill>
              <a:srgbClr val="E5E7EB"/>
            </a:solidFill>
            <a:prstDash val="solid"/>
          </a:ln>
        </p:spPr>
      </p:sp>
      <p:sp>
        <p:nvSpPr>
          <p:cNvPr id="181" name="Shape 179"/>
          <p:cNvSpPr/>
          <p:nvPr/>
        </p:nvSpPr>
        <p:spPr>
          <a:xfrm>
            <a:off x="182880" y="8229600"/>
            <a:ext cx="859536" cy="1024128"/>
          </a:xfrm>
          <a:prstGeom prst="roundRect">
            <a:avLst>
              <a:gd name="adj" fmla="val 5319"/>
            </a:avLst>
          </a:prstGeom>
          <a:solidFill>
            <a:srgbClr val="9CA3AF"/>
          </a:solidFill>
          <a:ln w="12700">
            <a:solidFill>
              <a:srgbClr val="9CA3AF"/>
            </a:solidFill>
            <a:prstDash val="solid"/>
          </a:ln>
        </p:spPr>
      </p:sp>
      <p:sp>
        <p:nvSpPr>
          <p:cNvPr id="182" name="Text 180"/>
          <p:cNvSpPr/>
          <p:nvPr/>
        </p:nvSpPr>
        <p:spPr>
          <a:xfrm>
            <a:off x="182880" y="8229600"/>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Cleeng</a:t>
            </a:r>
            <a:endParaRPr lang="en-US" sz="800" dirty="0"/>
          </a:p>
          <a:p>
            <a:pPr algn="ctr" indent="0" marL="0">
              <a:buNone/>
            </a:pPr>
            <a:r>
              <a:rPr lang="en-US" sz="800" b="1" dirty="0">
                <a:solidFill>
                  <a:srgbClr val="FFFFFF"/>
                </a:solidFill>
              </a:rPr>
              <a:t>Historical and Ongoing</a:t>
            </a:r>
            <a:endParaRPr lang="en-US" sz="800" dirty="0"/>
          </a:p>
        </p:txBody>
      </p:sp>
      <p:sp>
        <p:nvSpPr>
          <p:cNvPr id="183" name="Text 181"/>
          <p:cNvSpPr/>
          <p:nvPr/>
        </p:nvSpPr>
        <p:spPr>
          <a:xfrm>
            <a:off x="1170432" y="820216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1 In Progress</a:t>
            </a:r>
            <a:endParaRPr lang="en-US" sz="750" dirty="0"/>
          </a:p>
        </p:txBody>
      </p:sp>
      <p:sp>
        <p:nvSpPr>
          <p:cNvPr id="184" name="Shape 182"/>
          <p:cNvSpPr/>
          <p:nvPr/>
        </p:nvSpPr>
        <p:spPr>
          <a:xfrm>
            <a:off x="1170432" y="8421624"/>
            <a:ext cx="932688" cy="182880"/>
          </a:xfrm>
          <a:prstGeom prst="roundRect">
            <a:avLst>
              <a:gd name="adj" fmla="val 15000"/>
            </a:avLst>
          </a:prstGeom>
          <a:solidFill>
            <a:srgbClr val="FFFFFF"/>
          </a:solidFill>
          <a:ln w="9525">
            <a:solidFill>
              <a:srgbClr val="CBD5E1"/>
            </a:solidFill>
            <a:prstDash val="solid"/>
          </a:ln>
        </p:spPr>
      </p:sp>
      <p:sp>
        <p:nvSpPr>
          <p:cNvPr id="185" name="Text 183"/>
          <p:cNvSpPr/>
          <p:nvPr/>
        </p:nvSpPr>
        <p:spPr>
          <a:xfrm>
            <a:off x="1170432" y="842162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86" name="Shape 184"/>
          <p:cNvSpPr/>
          <p:nvPr/>
        </p:nvSpPr>
        <p:spPr>
          <a:xfrm>
            <a:off x="1170432" y="8631936"/>
            <a:ext cx="932688" cy="155448"/>
          </a:xfrm>
          <a:prstGeom prst="roundRect">
            <a:avLst>
              <a:gd name="adj" fmla="val 17647"/>
            </a:avLst>
          </a:prstGeom>
          <a:solidFill>
            <a:srgbClr val="1558A8"/>
          </a:solidFill>
          <a:ln w="12700">
            <a:solidFill>
              <a:srgbClr val="1558A8"/>
            </a:solidFill>
            <a:prstDash val="solid"/>
          </a:ln>
        </p:spPr>
      </p:sp>
      <p:sp>
        <p:nvSpPr>
          <p:cNvPr id="187" name="Text 185"/>
          <p:cNvSpPr/>
          <p:nvPr/>
        </p:nvSpPr>
        <p:spPr>
          <a:xfrm>
            <a:off x="1170432" y="863193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8" name="Shape 186"/>
          <p:cNvSpPr/>
          <p:nvPr/>
        </p:nvSpPr>
        <p:spPr>
          <a:xfrm>
            <a:off x="164592" y="9381744"/>
            <a:ext cx="9116568" cy="1170432"/>
          </a:xfrm>
          <a:prstGeom prst="rect">
            <a:avLst/>
          </a:prstGeom>
          <a:solidFill>
            <a:srgbClr val="FFFFFF"/>
          </a:solidFill>
          <a:ln w="6350">
            <a:solidFill>
              <a:srgbClr val="E5E7EB"/>
            </a:solidFill>
            <a:prstDash val="solid"/>
          </a:ln>
        </p:spPr>
      </p:sp>
      <p:sp>
        <p:nvSpPr>
          <p:cNvPr id="189" name="Shape 187"/>
          <p:cNvSpPr/>
          <p:nvPr/>
        </p:nvSpPr>
        <p:spPr>
          <a:xfrm>
            <a:off x="182880" y="9454896"/>
            <a:ext cx="859536" cy="1024128"/>
          </a:xfrm>
          <a:prstGeom prst="roundRect">
            <a:avLst>
              <a:gd name="adj" fmla="val 5319"/>
            </a:avLst>
          </a:prstGeom>
          <a:solidFill>
            <a:srgbClr val="9CA3AF"/>
          </a:solidFill>
          <a:ln w="12700">
            <a:solidFill>
              <a:srgbClr val="9CA3AF"/>
            </a:solidFill>
            <a:prstDash val="solid"/>
          </a:ln>
        </p:spPr>
      </p:sp>
      <p:sp>
        <p:nvSpPr>
          <p:cNvPr id="190" name="Text 188"/>
          <p:cNvSpPr/>
          <p:nvPr/>
        </p:nvSpPr>
        <p:spPr>
          <a:xfrm>
            <a:off x="182880" y="9454896"/>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Slate</a:t>
            </a:r>
            <a:endParaRPr lang="en-US" sz="800" dirty="0"/>
          </a:p>
          <a:p>
            <a:pPr algn="ctr" indent="0" marL="0">
              <a:buNone/>
            </a:pPr>
            <a:r>
              <a:rPr lang="en-US" sz="800" b="1" dirty="0">
                <a:solidFill>
                  <a:srgbClr val="FFFFFF"/>
                </a:solidFill>
              </a:rPr>
              <a:t>API integration</a:t>
            </a:r>
            <a:endParaRPr lang="en-US" sz="800" dirty="0"/>
          </a:p>
        </p:txBody>
      </p:sp>
      <p:sp>
        <p:nvSpPr>
          <p:cNvPr id="191" name="Text 189"/>
          <p:cNvSpPr/>
          <p:nvPr/>
        </p:nvSpPr>
        <p:spPr>
          <a:xfrm>
            <a:off x="1170432" y="942746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0 / 1 In Progress · 1 Done</a:t>
            </a:r>
            <a:endParaRPr lang="en-US" sz="750" dirty="0"/>
          </a:p>
        </p:txBody>
      </p:sp>
      <p:sp>
        <p:nvSpPr>
          <p:cNvPr id="192" name="Shape 190"/>
          <p:cNvSpPr/>
          <p:nvPr/>
        </p:nvSpPr>
        <p:spPr>
          <a:xfrm>
            <a:off x="1170432" y="9646920"/>
            <a:ext cx="932688" cy="182880"/>
          </a:xfrm>
          <a:prstGeom prst="roundRect">
            <a:avLst>
              <a:gd name="adj" fmla="val 15000"/>
            </a:avLst>
          </a:prstGeom>
          <a:solidFill>
            <a:srgbClr val="FFFFFF"/>
          </a:solidFill>
          <a:ln w="9525">
            <a:solidFill>
              <a:srgbClr val="CBD5E1"/>
            </a:solidFill>
            <a:prstDash val="solid"/>
          </a:ln>
        </p:spPr>
      </p:sp>
      <p:sp>
        <p:nvSpPr>
          <p:cNvPr id="193" name="Text 191"/>
          <p:cNvSpPr/>
          <p:nvPr/>
        </p:nvSpPr>
        <p:spPr>
          <a:xfrm>
            <a:off x="1170432" y="964692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AMZN Channels</a:t>
            </a:r>
            <a:endParaRPr lang="en-US" sz="750" dirty="0"/>
          </a:p>
        </p:txBody>
      </p:sp>
      <p:sp>
        <p:nvSpPr>
          <p:cNvPr id="194" name="Shape 192"/>
          <p:cNvSpPr/>
          <p:nvPr/>
        </p:nvSpPr>
        <p:spPr>
          <a:xfrm>
            <a:off x="1170432" y="9857232"/>
            <a:ext cx="932688" cy="155448"/>
          </a:xfrm>
          <a:prstGeom prst="roundRect">
            <a:avLst>
              <a:gd name="adj" fmla="val 17647"/>
            </a:avLst>
          </a:prstGeom>
          <a:solidFill>
            <a:srgbClr val="DCFCE7"/>
          </a:solidFill>
          <a:ln w="12700">
            <a:solidFill>
              <a:srgbClr val="15803D"/>
            </a:solidFill>
            <a:prstDash val="solid"/>
          </a:ln>
        </p:spPr>
      </p:sp>
      <p:sp>
        <p:nvSpPr>
          <p:cNvPr id="195" name="Text 193"/>
          <p:cNvSpPr/>
          <p:nvPr/>
        </p:nvSpPr>
        <p:spPr>
          <a:xfrm>
            <a:off x="1170432" y="9857232"/>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96" name="Shape 194"/>
          <p:cNvSpPr/>
          <p:nvPr/>
        </p:nvSpPr>
        <p:spPr>
          <a:xfrm>
            <a:off x="9372600" y="804672"/>
            <a:ext cx="2834640" cy="6071616"/>
          </a:xfrm>
          <a:prstGeom prst="rect">
            <a:avLst/>
          </a:prstGeom>
          <a:solidFill>
            <a:srgbClr val="F8FAFB"/>
          </a:solidFill>
          <a:ln w="12700">
            <a:solidFill>
              <a:srgbClr val="DDE1E6"/>
            </a:solidFill>
            <a:prstDash val="solid"/>
          </a:ln>
        </p:spPr>
      </p:sp>
      <p:sp>
        <p:nvSpPr>
          <p:cNvPr id="197" name="Text 19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98" name="Shape 196"/>
          <p:cNvSpPr/>
          <p:nvPr/>
        </p:nvSpPr>
        <p:spPr>
          <a:xfrm>
            <a:off x="9464040" y="1225296"/>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1316736"/>
            <a:ext cx="109728" cy="109728"/>
          </a:xfrm>
          <a:prstGeom prst="ellipse">
            <a:avLst/>
          </a:prstGeom>
          <a:solidFill>
            <a:srgbClr val="16A34A"/>
          </a:solidFill>
          <a:ln w="12700">
            <a:solidFill>
              <a:srgbClr val="16A34A"/>
            </a:solidFill>
            <a:prstDash val="solid"/>
          </a:ln>
        </p:spPr>
      </p:sp>
      <p:sp>
        <p:nvSpPr>
          <p:cNvPr id="200" name="Text 19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201" name="Text 19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202" name="Shape 20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203" name="Text 20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204" name="Shape 202"/>
          <p:cNvSpPr/>
          <p:nvPr/>
        </p:nvSpPr>
        <p:spPr>
          <a:xfrm>
            <a:off x="9464040" y="1700784"/>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1792224"/>
            <a:ext cx="109728" cy="109728"/>
          </a:xfrm>
          <a:prstGeom prst="ellipse">
            <a:avLst/>
          </a:prstGeom>
          <a:solidFill>
            <a:srgbClr val="1558A8"/>
          </a:solidFill>
          <a:ln w="12700">
            <a:solidFill>
              <a:srgbClr val="1558A8"/>
            </a:solidFill>
            <a:prstDash val="solid"/>
          </a:ln>
        </p:spPr>
      </p:sp>
      <p:sp>
        <p:nvSpPr>
          <p:cNvPr id="206" name="Text 20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207" name="Text 20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208" name="Shape 20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209" name="Text 20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210" name="Shape 208"/>
          <p:cNvSpPr/>
          <p:nvPr/>
        </p:nvSpPr>
        <p:spPr>
          <a:xfrm>
            <a:off x="9464040" y="2176272"/>
            <a:ext cx="2670048" cy="420624"/>
          </a:xfrm>
          <a:prstGeom prst="rect">
            <a:avLst/>
          </a:prstGeom>
          <a:solidFill>
            <a:srgbClr val="FFFFFF"/>
          </a:solidFill>
          <a:ln w="6350">
            <a:solidFill>
              <a:srgbClr val="E5E7EB"/>
            </a:solidFill>
            <a:prstDash val="solid"/>
          </a:ln>
        </p:spPr>
      </p:sp>
      <p:sp>
        <p:nvSpPr>
          <p:cNvPr id="211" name="Shape 209"/>
          <p:cNvSpPr/>
          <p:nvPr/>
        </p:nvSpPr>
        <p:spPr>
          <a:xfrm>
            <a:off x="9537192" y="2267712"/>
            <a:ext cx="109728" cy="109728"/>
          </a:xfrm>
          <a:prstGeom prst="ellipse">
            <a:avLst/>
          </a:prstGeom>
          <a:solidFill>
            <a:srgbClr val="9CA3AF"/>
          </a:solidFill>
          <a:ln w="12700">
            <a:solidFill>
              <a:srgbClr val="9CA3AF"/>
            </a:solidFill>
            <a:prstDash val="solid"/>
          </a:ln>
        </p:spPr>
      </p:sp>
      <p:sp>
        <p:nvSpPr>
          <p:cNvPr id="212" name="Text 21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13" name="Text 21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14" name="Shape 21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15" name="Text 21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6" name="Shape 214"/>
          <p:cNvSpPr/>
          <p:nvPr/>
        </p:nvSpPr>
        <p:spPr>
          <a:xfrm>
            <a:off x="9464040" y="2651760"/>
            <a:ext cx="2670048" cy="420624"/>
          </a:xfrm>
          <a:prstGeom prst="rect">
            <a:avLst/>
          </a:prstGeom>
          <a:solidFill>
            <a:srgbClr val="FFFFFF"/>
          </a:solidFill>
          <a:ln w="6350">
            <a:solidFill>
              <a:srgbClr val="E5E7EB"/>
            </a:solidFill>
            <a:prstDash val="solid"/>
          </a:ln>
        </p:spPr>
      </p:sp>
      <p:sp>
        <p:nvSpPr>
          <p:cNvPr id="217" name="Shape 215"/>
          <p:cNvSpPr/>
          <p:nvPr/>
        </p:nvSpPr>
        <p:spPr>
          <a:xfrm>
            <a:off x="9537192" y="2743200"/>
            <a:ext cx="109728" cy="109728"/>
          </a:xfrm>
          <a:prstGeom prst="ellipse">
            <a:avLst/>
          </a:prstGeom>
          <a:solidFill>
            <a:srgbClr val="9CA3AF"/>
          </a:solidFill>
          <a:ln w="12700">
            <a:solidFill>
              <a:srgbClr val="9CA3AF"/>
            </a:solidFill>
            <a:prstDash val="solid"/>
          </a:ln>
        </p:spPr>
      </p:sp>
      <p:sp>
        <p:nvSpPr>
          <p:cNvPr id="218" name="Text 21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19" name="Text 21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20" name="Shape 21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21" name="Text 21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22" name="Shape 220"/>
          <p:cNvSpPr/>
          <p:nvPr/>
        </p:nvSpPr>
        <p:spPr>
          <a:xfrm>
            <a:off x="9482328" y="3200400"/>
            <a:ext cx="2633472" cy="0"/>
          </a:xfrm>
          <a:prstGeom prst="line">
            <a:avLst/>
          </a:prstGeom>
          <a:noFill/>
          <a:ln w="9525">
            <a:solidFill>
              <a:srgbClr val="DDE1E6"/>
            </a:solidFill>
            <a:prstDash val="solid"/>
          </a:ln>
        </p:spPr>
      </p:sp>
      <p:sp>
        <p:nvSpPr>
          <p:cNvPr id="223" name="Text 22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24" name="Shape 222"/>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25" name="Text 223"/>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26" name="Text 224"/>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27" name="Shape 225"/>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28" name="Text 226"/>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29" name="Text 227"/>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30" name="Shape 228"/>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31" name="Text 229"/>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32" name="Text 230"/>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33" name="Shape 231"/>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34" name="Text 232"/>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35" name="Text 233"/>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36" name="Shape 234"/>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37" name="Text 235"/>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38" name="Text 236"/>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F3F4F6"/>
          </a:solidFill>
          <a:ln w="9525">
            <a:solidFill>
              <a:srgbClr val="D1D5DB"/>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164592" y="6931152"/>
            <a:ext cx="9116568" cy="1476756"/>
          </a:xfrm>
          <a:prstGeom prst="rect">
            <a:avLst/>
          </a:prstGeom>
          <a:solidFill>
            <a:srgbClr val="FAFBFC"/>
          </a:solidFill>
          <a:ln w="6350">
            <a:solidFill>
              <a:srgbClr val="E5E7EB"/>
            </a:solidFill>
            <a:prstDash val="solid"/>
          </a:ln>
        </p:spPr>
      </p:sp>
      <p:sp>
        <p:nvSpPr>
          <p:cNvPr id="117" name="Shape 115"/>
          <p:cNvSpPr/>
          <p:nvPr/>
        </p:nvSpPr>
        <p:spPr>
          <a:xfrm>
            <a:off x="182880" y="7004304"/>
            <a:ext cx="859536" cy="1330452"/>
          </a:xfrm>
          <a:prstGeom prst="roundRect">
            <a:avLst>
              <a:gd name="adj" fmla="val 5319"/>
            </a:avLst>
          </a:prstGeom>
          <a:solidFill>
            <a:srgbClr val="9CA3AF"/>
          </a:solidFill>
          <a:ln w="12700">
            <a:solidFill>
              <a:srgbClr val="9CA3AF"/>
            </a:solidFill>
            <a:prstDash val="solid"/>
          </a:ln>
        </p:spPr>
      </p:sp>
      <p:sp>
        <p:nvSpPr>
          <p:cNvPr id="118" name="Text 116"/>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NPAW</a:t>
            </a:r>
            <a:endParaRPr lang="en-US" sz="800" dirty="0"/>
          </a:p>
          <a:p>
            <a:pPr algn="ctr" indent="0" marL="0">
              <a:buNone/>
            </a:pPr>
            <a:r>
              <a:rPr lang="en-US" sz="800" b="1" dirty="0">
                <a:solidFill>
                  <a:srgbClr val="FFFFFF"/>
                </a:solidFill>
              </a:rPr>
              <a:t>Historical</a:t>
            </a:r>
            <a:endParaRPr lang="en-US" sz="800" dirty="0"/>
          </a:p>
        </p:txBody>
      </p:sp>
      <p:sp>
        <p:nvSpPr>
          <p:cNvPr id="119" name="Text 117"/>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0 / 1 In Progress</a:t>
            </a:r>
            <a:endParaRPr lang="en-US" sz="750" dirty="0"/>
          </a:p>
        </p:txBody>
      </p:sp>
      <p:sp>
        <p:nvSpPr>
          <p:cNvPr id="120" name="Shape 118"/>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22" name="Shape 120"/>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164592" y="8462772"/>
            <a:ext cx="9116568" cy="1476756"/>
          </a:xfrm>
          <a:prstGeom prst="rect">
            <a:avLst/>
          </a:prstGeom>
          <a:solidFill>
            <a:srgbClr val="FFFFFF"/>
          </a:solidFill>
          <a:ln w="6350">
            <a:solidFill>
              <a:srgbClr val="E5E7EB"/>
            </a:solidFill>
            <a:prstDash val="solid"/>
          </a:ln>
        </p:spPr>
      </p:sp>
      <p:sp>
        <p:nvSpPr>
          <p:cNvPr id="125" name="Shape 123"/>
          <p:cNvSpPr/>
          <p:nvPr/>
        </p:nvSpPr>
        <p:spPr>
          <a:xfrm>
            <a:off x="182880" y="8535924"/>
            <a:ext cx="859536" cy="1330452"/>
          </a:xfrm>
          <a:prstGeom prst="roundRect">
            <a:avLst>
              <a:gd name="adj" fmla="val 5319"/>
            </a:avLst>
          </a:prstGeom>
          <a:solidFill>
            <a:srgbClr val="9CA3AF"/>
          </a:solidFill>
          <a:ln w="12700">
            <a:solidFill>
              <a:srgbClr val="9CA3AF"/>
            </a:solidFill>
            <a:prstDash val="solid"/>
          </a:ln>
        </p:spPr>
      </p:sp>
      <p:sp>
        <p:nvSpPr>
          <p:cNvPr id="126" name="Text 124"/>
          <p:cNvSpPr/>
          <p:nvPr/>
        </p:nvSpPr>
        <p:spPr>
          <a:xfrm>
            <a:off x="182880" y="85359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Cleeng</a:t>
            </a:r>
            <a:endParaRPr lang="en-US" sz="800" dirty="0"/>
          </a:p>
          <a:p>
            <a:pPr algn="ctr" indent="0" marL="0">
              <a:buNone/>
            </a:pPr>
            <a:r>
              <a:rPr lang="en-US" sz="800" b="1" dirty="0">
                <a:solidFill>
                  <a:srgbClr val="FFFFFF"/>
                </a:solidFill>
              </a:rPr>
              <a:t>Historical and Ongoing</a:t>
            </a:r>
            <a:endParaRPr lang="en-US" sz="800" dirty="0"/>
          </a:p>
        </p:txBody>
      </p:sp>
      <p:sp>
        <p:nvSpPr>
          <p:cNvPr id="127" name="Text 125"/>
          <p:cNvSpPr/>
          <p:nvPr/>
        </p:nvSpPr>
        <p:spPr>
          <a:xfrm>
            <a:off x="1170432" y="85084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1 In Progress</a:t>
            </a:r>
            <a:endParaRPr lang="en-US" sz="750" dirty="0"/>
          </a:p>
        </p:txBody>
      </p:sp>
      <p:sp>
        <p:nvSpPr>
          <p:cNvPr id="128" name="Shape 126"/>
          <p:cNvSpPr/>
          <p:nvPr/>
        </p:nvSpPr>
        <p:spPr>
          <a:xfrm>
            <a:off x="1170432" y="8727948"/>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1170432" y="87279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30" name="Shape 128"/>
          <p:cNvSpPr/>
          <p:nvPr/>
        </p:nvSpPr>
        <p:spPr>
          <a:xfrm>
            <a:off x="1170432" y="8938260"/>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1170432" y="89382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9372600" y="804672"/>
            <a:ext cx="2834640" cy="6071616"/>
          </a:xfrm>
          <a:prstGeom prst="rect">
            <a:avLst/>
          </a:prstGeom>
          <a:solidFill>
            <a:srgbClr val="F8FAFB"/>
          </a:solidFill>
          <a:ln w="12700">
            <a:solidFill>
              <a:srgbClr val="DDE1E6"/>
            </a:solidFill>
            <a:prstDash val="solid"/>
          </a:ln>
        </p:spPr>
      </p:sp>
      <p:sp>
        <p:nvSpPr>
          <p:cNvPr id="133" name="Text 13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4" name="Shape 132"/>
          <p:cNvSpPr/>
          <p:nvPr/>
        </p:nvSpPr>
        <p:spPr>
          <a:xfrm>
            <a:off x="9464040" y="1225296"/>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1316736"/>
            <a:ext cx="109728" cy="109728"/>
          </a:xfrm>
          <a:prstGeom prst="ellipse">
            <a:avLst/>
          </a:prstGeom>
          <a:solidFill>
            <a:srgbClr val="16A34A"/>
          </a:solidFill>
          <a:ln w="12700">
            <a:solidFill>
              <a:srgbClr val="16A34A"/>
            </a:solidFill>
            <a:prstDash val="solid"/>
          </a:ln>
        </p:spPr>
      </p:sp>
      <p:sp>
        <p:nvSpPr>
          <p:cNvPr id="136" name="Text 134"/>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37" name="Text 135"/>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8" name="Shape 136"/>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9" name="Text 137"/>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0" name="Shape 138"/>
          <p:cNvSpPr/>
          <p:nvPr/>
        </p:nvSpPr>
        <p:spPr>
          <a:xfrm>
            <a:off x="9464040" y="1700784"/>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1792224"/>
            <a:ext cx="109728" cy="109728"/>
          </a:xfrm>
          <a:prstGeom prst="ellipse">
            <a:avLst/>
          </a:prstGeom>
          <a:solidFill>
            <a:srgbClr val="1558A8"/>
          </a:solidFill>
          <a:ln w="12700">
            <a:solidFill>
              <a:srgbClr val="1558A8"/>
            </a:solidFill>
            <a:prstDash val="solid"/>
          </a:ln>
        </p:spPr>
      </p:sp>
      <p:sp>
        <p:nvSpPr>
          <p:cNvPr id="142" name="Text 140"/>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43" name="Text 141"/>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4" name="Shape 142"/>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5" name="Text 143"/>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46" name="Shape 144"/>
          <p:cNvSpPr/>
          <p:nvPr/>
        </p:nvSpPr>
        <p:spPr>
          <a:xfrm>
            <a:off x="9464040" y="2176272"/>
            <a:ext cx="2670048" cy="420624"/>
          </a:xfrm>
          <a:prstGeom prst="rect">
            <a:avLst/>
          </a:prstGeom>
          <a:solidFill>
            <a:srgbClr val="FFFFFF"/>
          </a:solidFill>
          <a:ln w="6350">
            <a:solidFill>
              <a:srgbClr val="E5E7EB"/>
            </a:solidFill>
            <a:prstDash val="solid"/>
          </a:ln>
        </p:spPr>
      </p:sp>
      <p:sp>
        <p:nvSpPr>
          <p:cNvPr id="147" name="Shape 145"/>
          <p:cNvSpPr/>
          <p:nvPr/>
        </p:nvSpPr>
        <p:spPr>
          <a:xfrm>
            <a:off x="9537192" y="2267712"/>
            <a:ext cx="109728" cy="109728"/>
          </a:xfrm>
          <a:prstGeom prst="ellipse">
            <a:avLst/>
          </a:prstGeom>
          <a:solidFill>
            <a:srgbClr val="9CA3AF"/>
          </a:solidFill>
          <a:ln w="12700">
            <a:solidFill>
              <a:srgbClr val="9CA3AF"/>
            </a:solidFill>
            <a:prstDash val="solid"/>
          </a:ln>
        </p:spPr>
      </p:sp>
      <p:sp>
        <p:nvSpPr>
          <p:cNvPr id="148" name="Text 146"/>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9" name="Text 147"/>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0" name="Shape 148"/>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51" name="Text 149"/>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2" name="Shape 150"/>
          <p:cNvSpPr/>
          <p:nvPr/>
        </p:nvSpPr>
        <p:spPr>
          <a:xfrm>
            <a:off x="9464040" y="2651760"/>
            <a:ext cx="2670048" cy="420624"/>
          </a:xfrm>
          <a:prstGeom prst="rect">
            <a:avLst/>
          </a:prstGeom>
          <a:solidFill>
            <a:srgbClr val="FFFFFF"/>
          </a:solidFill>
          <a:ln w="6350">
            <a:solidFill>
              <a:srgbClr val="E5E7EB"/>
            </a:solidFill>
            <a:prstDash val="solid"/>
          </a:ln>
        </p:spPr>
      </p:sp>
      <p:sp>
        <p:nvSpPr>
          <p:cNvPr id="153" name="Shape 151"/>
          <p:cNvSpPr/>
          <p:nvPr/>
        </p:nvSpPr>
        <p:spPr>
          <a:xfrm>
            <a:off x="9537192" y="2743200"/>
            <a:ext cx="109728" cy="109728"/>
          </a:xfrm>
          <a:prstGeom prst="ellipse">
            <a:avLst/>
          </a:prstGeom>
          <a:solidFill>
            <a:srgbClr val="9CA3AF"/>
          </a:solidFill>
          <a:ln w="12700">
            <a:solidFill>
              <a:srgbClr val="9CA3AF"/>
            </a:solidFill>
            <a:prstDash val="solid"/>
          </a:ln>
        </p:spPr>
      </p:sp>
      <p:sp>
        <p:nvSpPr>
          <p:cNvPr id="154" name="Text 152"/>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5" name="Text 153"/>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56" name="Shape 154"/>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57" name="Text 155"/>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8" name="Shape 156"/>
          <p:cNvSpPr/>
          <p:nvPr/>
        </p:nvSpPr>
        <p:spPr>
          <a:xfrm>
            <a:off x="9482328" y="3200400"/>
            <a:ext cx="2633472" cy="0"/>
          </a:xfrm>
          <a:prstGeom prst="line">
            <a:avLst/>
          </a:prstGeom>
          <a:noFill/>
          <a:ln w="9525">
            <a:solidFill>
              <a:srgbClr val="DDE1E6"/>
            </a:solidFill>
            <a:prstDash val="solid"/>
          </a:ln>
        </p:spPr>
      </p:sp>
      <p:sp>
        <p:nvSpPr>
          <p:cNvPr id="159" name="Text 157"/>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0" name="Shape 158"/>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61" name="Text 159"/>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62" name="Shape 160"/>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63" name="Text 161"/>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4" name="Shape 162"/>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5" name="Text 163"/>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66" name="Shape 164"/>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67" name="Text 165"/>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F3F4F6"/>
          </a:solidFill>
          <a:ln w="9525">
            <a:solidFill>
              <a:srgbClr val="D1D5DB"/>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164592" y="6931152"/>
            <a:ext cx="9116568" cy="1476756"/>
          </a:xfrm>
          <a:prstGeom prst="rect">
            <a:avLst/>
          </a:prstGeom>
          <a:solidFill>
            <a:srgbClr val="FAFBFC"/>
          </a:solidFill>
          <a:ln w="6350">
            <a:solidFill>
              <a:srgbClr val="E5E7EB"/>
            </a:solidFill>
            <a:prstDash val="solid"/>
          </a:ln>
        </p:spPr>
      </p:sp>
      <p:sp>
        <p:nvSpPr>
          <p:cNvPr id="121" name="Shape 119"/>
          <p:cNvSpPr/>
          <p:nvPr/>
        </p:nvSpPr>
        <p:spPr>
          <a:xfrm>
            <a:off x="182880" y="7004304"/>
            <a:ext cx="859536" cy="1330452"/>
          </a:xfrm>
          <a:prstGeom prst="roundRect">
            <a:avLst>
              <a:gd name="adj" fmla="val 5319"/>
            </a:avLst>
          </a:prstGeom>
          <a:solidFill>
            <a:srgbClr val="9CA3AF"/>
          </a:solidFill>
          <a:ln w="12700">
            <a:solidFill>
              <a:srgbClr val="9CA3AF"/>
            </a:solidFill>
            <a:prstDash val="solid"/>
          </a:ln>
        </p:spPr>
      </p:sp>
      <p:sp>
        <p:nvSpPr>
          <p:cNvPr id="122" name="Text 120"/>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NPAW</a:t>
            </a:r>
            <a:endParaRPr lang="en-US" sz="800" dirty="0"/>
          </a:p>
          <a:p>
            <a:pPr algn="ctr" indent="0" marL="0">
              <a:buNone/>
            </a:pPr>
            <a:r>
              <a:rPr lang="en-US" sz="800" b="1" dirty="0">
                <a:solidFill>
                  <a:srgbClr val="FFFFFF"/>
                </a:solidFill>
              </a:rPr>
              <a:t>Historical</a:t>
            </a:r>
            <a:endParaRPr lang="en-US" sz="800" dirty="0"/>
          </a:p>
        </p:txBody>
      </p:sp>
      <p:sp>
        <p:nvSpPr>
          <p:cNvPr id="123" name="Text 121"/>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0 / 1 In Progress</a:t>
            </a:r>
            <a:endParaRPr lang="en-US" sz="750" dirty="0"/>
          </a:p>
        </p:txBody>
      </p:sp>
      <p:sp>
        <p:nvSpPr>
          <p:cNvPr id="124" name="Shape 122"/>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26" name="Shape 124"/>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164592" y="8462772"/>
            <a:ext cx="9116568" cy="1476756"/>
          </a:xfrm>
          <a:prstGeom prst="rect">
            <a:avLst/>
          </a:prstGeom>
          <a:solidFill>
            <a:srgbClr val="FFFFFF"/>
          </a:solidFill>
          <a:ln w="6350">
            <a:solidFill>
              <a:srgbClr val="E5E7EB"/>
            </a:solidFill>
            <a:prstDash val="solid"/>
          </a:ln>
        </p:spPr>
      </p:sp>
      <p:sp>
        <p:nvSpPr>
          <p:cNvPr id="129" name="Shape 127"/>
          <p:cNvSpPr/>
          <p:nvPr/>
        </p:nvSpPr>
        <p:spPr>
          <a:xfrm>
            <a:off x="182880" y="8535924"/>
            <a:ext cx="859536" cy="1330452"/>
          </a:xfrm>
          <a:prstGeom prst="roundRect">
            <a:avLst>
              <a:gd name="adj" fmla="val 5319"/>
            </a:avLst>
          </a:prstGeom>
          <a:solidFill>
            <a:srgbClr val="9CA3AF"/>
          </a:solidFill>
          <a:ln w="12700">
            <a:solidFill>
              <a:srgbClr val="9CA3AF"/>
            </a:solidFill>
            <a:prstDash val="solid"/>
          </a:ln>
        </p:spPr>
      </p:sp>
      <p:sp>
        <p:nvSpPr>
          <p:cNvPr id="130" name="Text 128"/>
          <p:cNvSpPr/>
          <p:nvPr/>
        </p:nvSpPr>
        <p:spPr>
          <a:xfrm>
            <a:off x="182880" y="85359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Cleeng</a:t>
            </a:r>
            <a:endParaRPr lang="en-US" sz="800" dirty="0"/>
          </a:p>
          <a:p>
            <a:pPr algn="ctr" indent="0" marL="0">
              <a:buNone/>
            </a:pPr>
            <a:r>
              <a:rPr lang="en-US" sz="800" b="1" dirty="0">
                <a:solidFill>
                  <a:srgbClr val="FFFFFF"/>
                </a:solidFill>
              </a:rPr>
              <a:t>Historical and Ongoing</a:t>
            </a:r>
            <a:endParaRPr lang="en-US" sz="800" dirty="0"/>
          </a:p>
        </p:txBody>
      </p:sp>
      <p:sp>
        <p:nvSpPr>
          <p:cNvPr id="131" name="Text 129"/>
          <p:cNvSpPr/>
          <p:nvPr/>
        </p:nvSpPr>
        <p:spPr>
          <a:xfrm>
            <a:off x="1170432" y="85084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1 In Progress</a:t>
            </a:r>
            <a:endParaRPr lang="en-US" sz="750" dirty="0"/>
          </a:p>
        </p:txBody>
      </p:sp>
      <p:sp>
        <p:nvSpPr>
          <p:cNvPr id="132" name="Shape 130"/>
          <p:cNvSpPr/>
          <p:nvPr/>
        </p:nvSpPr>
        <p:spPr>
          <a:xfrm>
            <a:off x="1170432" y="8727948"/>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1170432" y="87279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34" name="Shape 132"/>
          <p:cNvSpPr/>
          <p:nvPr/>
        </p:nvSpPr>
        <p:spPr>
          <a:xfrm>
            <a:off x="1170432" y="8938260"/>
            <a:ext cx="932688" cy="155448"/>
          </a:xfrm>
          <a:prstGeom prst="roundRect">
            <a:avLst>
              <a:gd name="adj" fmla="val 17647"/>
            </a:avLst>
          </a:prstGeom>
          <a:solidFill>
            <a:srgbClr val="1558A8"/>
          </a:solidFill>
          <a:ln w="12700">
            <a:solidFill>
              <a:srgbClr val="1558A8"/>
            </a:solidFill>
            <a:prstDash val="solid"/>
          </a:ln>
        </p:spPr>
      </p:sp>
      <p:sp>
        <p:nvSpPr>
          <p:cNvPr id="135" name="Text 133"/>
          <p:cNvSpPr/>
          <p:nvPr/>
        </p:nvSpPr>
        <p:spPr>
          <a:xfrm>
            <a:off x="1170432" y="89382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6" name="Shape 134"/>
          <p:cNvSpPr/>
          <p:nvPr/>
        </p:nvSpPr>
        <p:spPr>
          <a:xfrm>
            <a:off x="9372600" y="804672"/>
            <a:ext cx="2834640" cy="6071616"/>
          </a:xfrm>
          <a:prstGeom prst="rect">
            <a:avLst/>
          </a:prstGeom>
          <a:solidFill>
            <a:srgbClr val="F8FAFB"/>
          </a:solidFill>
          <a:ln w="12700">
            <a:solidFill>
              <a:srgbClr val="DDE1E6"/>
            </a:solidFill>
            <a:prstDash val="solid"/>
          </a:ln>
        </p:spPr>
      </p:sp>
      <p:sp>
        <p:nvSpPr>
          <p:cNvPr id="137" name="Text 13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8" name="Shape 136"/>
          <p:cNvSpPr/>
          <p:nvPr/>
        </p:nvSpPr>
        <p:spPr>
          <a:xfrm>
            <a:off x="9464040" y="1225296"/>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1316736"/>
            <a:ext cx="109728" cy="109728"/>
          </a:xfrm>
          <a:prstGeom prst="ellipse">
            <a:avLst/>
          </a:prstGeom>
          <a:solidFill>
            <a:srgbClr val="16A34A"/>
          </a:solidFill>
          <a:ln w="12700">
            <a:solidFill>
              <a:srgbClr val="16A34A"/>
            </a:solidFill>
            <a:prstDash val="solid"/>
          </a:ln>
        </p:spPr>
      </p:sp>
      <p:sp>
        <p:nvSpPr>
          <p:cNvPr id="140" name="Text 13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1" name="Text 13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2" name="Shape 14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3" name="Text 14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4" name="Shape 142"/>
          <p:cNvSpPr/>
          <p:nvPr/>
        </p:nvSpPr>
        <p:spPr>
          <a:xfrm>
            <a:off x="9464040" y="1700784"/>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1792224"/>
            <a:ext cx="109728" cy="109728"/>
          </a:xfrm>
          <a:prstGeom prst="ellipse">
            <a:avLst/>
          </a:prstGeom>
          <a:solidFill>
            <a:srgbClr val="1558A8"/>
          </a:solidFill>
          <a:ln w="12700">
            <a:solidFill>
              <a:srgbClr val="1558A8"/>
            </a:solidFill>
            <a:prstDash val="solid"/>
          </a:ln>
        </p:spPr>
      </p:sp>
      <p:sp>
        <p:nvSpPr>
          <p:cNvPr id="146" name="Text 14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47" name="Text 14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8" name="Shape 14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9" name="Text 14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0" name="Shape 148"/>
          <p:cNvSpPr/>
          <p:nvPr/>
        </p:nvSpPr>
        <p:spPr>
          <a:xfrm>
            <a:off x="9464040" y="2176272"/>
            <a:ext cx="2670048" cy="420624"/>
          </a:xfrm>
          <a:prstGeom prst="rect">
            <a:avLst/>
          </a:prstGeom>
          <a:solidFill>
            <a:srgbClr val="FFFFFF"/>
          </a:solidFill>
          <a:ln w="6350">
            <a:solidFill>
              <a:srgbClr val="E5E7EB"/>
            </a:solidFill>
            <a:prstDash val="solid"/>
          </a:ln>
        </p:spPr>
      </p:sp>
      <p:sp>
        <p:nvSpPr>
          <p:cNvPr id="151" name="Shape 149"/>
          <p:cNvSpPr/>
          <p:nvPr/>
        </p:nvSpPr>
        <p:spPr>
          <a:xfrm>
            <a:off x="9537192" y="2267712"/>
            <a:ext cx="109728" cy="109728"/>
          </a:xfrm>
          <a:prstGeom prst="ellipse">
            <a:avLst/>
          </a:prstGeom>
          <a:solidFill>
            <a:srgbClr val="9CA3AF"/>
          </a:solidFill>
          <a:ln w="12700">
            <a:solidFill>
              <a:srgbClr val="9CA3AF"/>
            </a:solidFill>
            <a:prstDash val="solid"/>
          </a:ln>
        </p:spPr>
      </p:sp>
      <p:sp>
        <p:nvSpPr>
          <p:cNvPr id="152" name="Text 15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3" name="Text 15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4" name="Shape 15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55" name="Text 15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6" name="Shape 154"/>
          <p:cNvSpPr/>
          <p:nvPr/>
        </p:nvSpPr>
        <p:spPr>
          <a:xfrm>
            <a:off x="9464040" y="2651760"/>
            <a:ext cx="2670048" cy="420624"/>
          </a:xfrm>
          <a:prstGeom prst="rect">
            <a:avLst/>
          </a:prstGeom>
          <a:solidFill>
            <a:srgbClr val="FFFFFF"/>
          </a:solidFill>
          <a:ln w="6350">
            <a:solidFill>
              <a:srgbClr val="E5E7EB"/>
            </a:solidFill>
            <a:prstDash val="solid"/>
          </a:ln>
        </p:spPr>
      </p:sp>
      <p:sp>
        <p:nvSpPr>
          <p:cNvPr id="157" name="Shape 155"/>
          <p:cNvSpPr/>
          <p:nvPr/>
        </p:nvSpPr>
        <p:spPr>
          <a:xfrm>
            <a:off x="9537192" y="2743200"/>
            <a:ext cx="109728" cy="109728"/>
          </a:xfrm>
          <a:prstGeom prst="ellipse">
            <a:avLst/>
          </a:prstGeom>
          <a:solidFill>
            <a:srgbClr val="9CA3AF"/>
          </a:solidFill>
          <a:ln w="12700">
            <a:solidFill>
              <a:srgbClr val="9CA3AF"/>
            </a:solidFill>
            <a:prstDash val="solid"/>
          </a:ln>
        </p:spPr>
      </p:sp>
      <p:sp>
        <p:nvSpPr>
          <p:cNvPr id="158" name="Text 15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9" name="Text 15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0" name="Shape 15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1" name="Text 15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2" name="Shape 160"/>
          <p:cNvSpPr/>
          <p:nvPr/>
        </p:nvSpPr>
        <p:spPr>
          <a:xfrm>
            <a:off x="9482328" y="3200400"/>
            <a:ext cx="2633472" cy="0"/>
          </a:xfrm>
          <a:prstGeom prst="line">
            <a:avLst/>
          </a:prstGeom>
          <a:noFill/>
          <a:ln w="9525">
            <a:solidFill>
              <a:srgbClr val="DDE1E6"/>
            </a:solidFill>
            <a:prstDash val="solid"/>
          </a:ln>
        </p:spPr>
      </p:sp>
      <p:sp>
        <p:nvSpPr>
          <p:cNvPr id="163" name="Text 16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4" name="Shape 16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65" name="Text 16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66" name="Shape 16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67" name="Text 16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8" name="Shape 16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9" name="Text 16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0" name="Shape 16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1" name="Text 16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F3F4F6"/>
          </a:solidFill>
          <a:ln w="9525">
            <a:solidFill>
              <a:srgbClr val="D1D5DB"/>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164592" y="6931152"/>
            <a:ext cx="9116568" cy="1476756"/>
          </a:xfrm>
          <a:prstGeom prst="rect">
            <a:avLst/>
          </a:prstGeom>
          <a:solidFill>
            <a:srgbClr val="FAFBFC"/>
          </a:solidFill>
          <a:ln w="6350">
            <a:solidFill>
              <a:srgbClr val="E5E7EB"/>
            </a:solidFill>
            <a:prstDash val="solid"/>
          </a:ln>
        </p:spPr>
      </p:sp>
      <p:sp>
        <p:nvSpPr>
          <p:cNvPr id="125" name="Shape 123"/>
          <p:cNvSpPr/>
          <p:nvPr/>
        </p:nvSpPr>
        <p:spPr>
          <a:xfrm>
            <a:off x="182880" y="7004304"/>
            <a:ext cx="859536" cy="1330452"/>
          </a:xfrm>
          <a:prstGeom prst="roundRect">
            <a:avLst>
              <a:gd name="adj" fmla="val 5319"/>
            </a:avLst>
          </a:prstGeom>
          <a:solidFill>
            <a:srgbClr val="9CA3AF"/>
          </a:solidFill>
          <a:ln w="12700">
            <a:solidFill>
              <a:srgbClr val="9CA3AF"/>
            </a:solidFill>
            <a:prstDash val="solid"/>
          </a:ln>
        </p:spPr>
      </p:sp>
      <p:sp>
        <p:nvSpPr>
          <p:cNvPr id="126" name="Text 124"/>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NPAW</a:t>
            </a:r>
            <a:endParaRPr lang="en-US" sz="800" dirty="0"/>
          </a:p>
          <a:p>
            <a:pPr algn="ctr" indent="0" marL="0">
              <a:buNone/>
            </a:pPr>
            <a:r>
              <a:rPr lang="en-US" sz="800" b="1" dirty="0">
                <a:solidFill>
                  <a:srgbClr val="FFFFFF"/>
                </a:solidFill>
              </a:rPr>
              <a:t>Historical</a:t>
            </a:r>
            <a:endParaRPr lang="en-US" sz="800" dirty="0"/>
          </a:p>
        </p:txBody>
      </p:sp>
      <p:sp>
        <p:nvSpPr>
          <p:cNvPr id="127" name="Text 125"/>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0 / 1 In Progress</a:t>
            </a:r>
            <a:endParaRPr lang="en-US" sz="750" dirty="0"/>
          </a:p>
        </p:txBody>
      </p:sp>
      <p:sp>
        <p:nvSpPr>
          <p:cNvPr id="128" name="Shape 126"/>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30" name="Shape 128"/>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164592" y="8462772"/>
            <a:ext cx="9116568" cy="1476756"/>
          </a:xfrm>
          <a:prstGeom prst="rect">
            <a:avLst/>
          </a:prstGeom>
          <a:solidFill>
            <a:srgbClr val="FFFFFF"/>
          </a:solidFill>
          <a:ln w="6350">
            <a:solidFill>
              <a:srgbClr val="E5E7EB"/>
            </a:solidFill>
            <a:prstDash val="solid"/>
          </a:ln>
        </p:spPr>
      </p:sp>
      <p:sp>
        <p:nvSpPr>
          <p:cNvPr id="133" name="Shape 131"/>
          <p:cNvSpPr/>
          <p:nvPr/>
        </p:nvSpPr>
        <p:spPr>
          <a:xfrm>
            <a:off x="182880" y="8535924"/>
            <a:ext cx="859536" cy="1330452"/>
          </a:xfrm>
          <a:prstGeom prst="roundRect">
            <a:avLst>
              <a:gd name="adj" fmla="val 5319"/>
            </a:avLst>
          </a:prstGeom>
          <a:solidFill>
            <a:srgbClr val="9CA3AF"/>
          </a:solidFill>
          <a:ln w="12700">
            <a:solidFill>
              <a:srgbClr val="9CA3AF"/>
            </a:solidFill>
            <a:prstDash val="solid"/>
          </a:ln>
        </p:spPr>
      </p:sp>
      <p:sp>
        <p:nvSpPr>
          <p:cNvPr id="134" name="Text 132"/>
          <p:cNvSpPr/>
          <p:nvPr/>
        </p:nvSpPr>
        <p:spPr>
          <a:xfrm>
            <a:off x="182880" y="85359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Cleeng</a:t>
            </a:r>
            <a:endParaRPr lang="en-US" sz="800" dirty="0"/>
          </a:p>
          <a:p>
            <a:pPr algn="ctr" indent="0" marL="0">
              <a:buNone/>
            </a:pPr>
            <a:r>
              <a:rPr lang="en-US" sz="800" b="1" dirty="0">
                <a:solidFill>
                  <a:srgbClr val="FFFFFF"/>
                </a:solidFill>
              </a:rPr>
              <a:t>Historical and Ongoing</a:t>
            </a:r>
            <a:endParaRPr lang="en-US" sz="800" dirty="0"/>
          </a:p>
        </p:txBody>
      </p:sp>
      <p:sp>
        <p:nvSpPr>
          <p:cNvPr id="135" name="Text 133"/>
          <p:cNvSpPr/>
          <p:nvPr/>
        </p:nvSpPr>
        <p:spPr>
          <a:xfrm>
            <a:off x="1170432" y="85084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1 In Progress</a:t>
            </a:r>
            <a:endParaRPr lang="en-US" sz="750" dirty="0"/>
          </a:p>
        </p:txBody>
      </p:sp>
      <p:sp>
        <p:nvSpPr>
          <p:cNvPr id="136" name="Shape 134"/>
          <p:cNvSpPr/>
          <p:nvPr/>
        </p:nvSpPr>
        <p:spPr>
          <a:xfrm>
            <a:off x="1170432" y="8727948"/>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1170432" y="87279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38" name="Shape 136"/>
          <p:cNvSpPr/>
          <p:nvPr/>
        </p:nvSpPr>
        <p:spPr>
          <a:xfrm>
            <a:off x="1170432" y="8938260"/>
            <a:ext cx="932688" cy="155448"/>
          </a:xfrm>
          <a:prstGeom prst="roundRect">
            <a:avLst>
              <a:gd name="adj" fmla="val 17647"/>
            </a:avLst>
          </a:prstGeom>
          <a:solidFill>
            <a:srgbClr val="1558A8"/>
          </a:solidFill>
          <a:ln w="12700">
            <a:solidFill>
              <a:srgbClr val="1558A8"/>
            </a:solidFill>
            <a:prstDash val="solid"/>
          </a:ln>
        </p:spPr>
      </p:sp>
      <p:sp>
        <p:nvSpPr>
          <p:cNvPr id="139" name="Text 137"/>
          <p:cNvSpPr/>
          <p:nvPr/>
        </p:nvSpPr>
        <p:spPr>
          <a:xfrm>
            <a:off x="1170432" y="89382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0" name="Shape 138"/>
          <p:cNvSpPr/>
          <p:nvPr/>
        </p:nvSpPr>
        <p:spPr>
          <a:xfrm>
            <a:off x="9372600" y="804672"/>
            <a:ext cx="2834640" cy="6071616"/>
          </a:xfrm>
          <a:prstGeom prst="rect">
            <a:avLst/>
          </a:prstGeom>
          <a:solidFill>
            <a:srgbClr val="F8FAFB"/>
          </a:solidFill>
          <a:ln w="12700">
            <a:solidFill>
              <a:srgbClr val="DDE1E6"/>
            </a:solidFill>
            <a:prstDash val="solid"/>
          </a:ln>
        </p:spPr>
      </p:sp>
      <p:sp>
        <p:nvSpPr>
          <p:cNvPr id="141" name="Text 13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2" name="Shape 140"/>
          <p:cNvSpPr/>
          <p:nvPr/>
        </p:nvSpPr>
        <p:spPr>
          <a:xfrm>
            <a:off x="9464040" y="1225296"/>
            <a:ext cx="2670048" cy="420624"/>
          </a:xfrm>
          <a:prstGeom prst="rect">
            <a:avLst/>
          </a:prstGeom>
          <a:solidFill>
            <a:srgbClr val="FFFFFF"/>
          </a:solidFill>
          <a:ln w="6350">
            <a:solidFill>
              <a:srgbClr val="E5E7EB"/>
            </a:solidFill>
            <a:prstDash val="solid"/>
          </a:ln>
        </p:spPr>
      </p:sp>
      <p:sp>
        <p:nvSpPr>
          <p:cNvPr id="143" name="Shape 141"/>
          <p:cNvSpPr/>
          <p:nvPr/>
        </p:nvSpPr>
        <p:spPr>
          <a:xfrm>
            <a:off x="9537192" y="1316736"/>
            <a:ext cx="109728" cy="109728"/>
          </a:xfrm>
          <a:prstGeom prst="ellipse">
            <a:avLst/>
          </a:prstGeom>
          <a:solidFill>
            <a:srgbClr val="16A34A"/>
          </a:solidFill>
          <a:ln w="12700">
            <a:solidFill>
              <a:srgbClr val="16A34A"/>
            </a:solidFill>
            <a:prstDash val="solid"/>
          </a:ln>
        </p:spPr>
      </p:sp>
      <p:sp>
        <p:nvSpPr>
          <p:cNvPr id="144" name="Text 14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5" name="Text 14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6" name="Shape 14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7" name="Text 14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8" name="Shape 146"/>
          <p:cNvSpPr/>
          <p:nvPr/>
        </p:nvSpPr>
        <p:spPr>
          <a:xfrm>
            <a:off x="9464040" y="1700784"/>
            <a:ext cx="2670048" cy="420624"/>
          </a:xfrm>
          <a:prstGeom prst="rect">
            <a:avLst/>
          </a:prstGeom>
          <a:solidFill>
            <a:srgbClr val="FFFFFF"/>
          </a:solidFill>
          <a:ln w="6350">
            <a:solidFill>
              <a:srgbClr val="E5E7EB"/>
            </a:solidFill>
            <a:prstDash val="solid"/>
          </a:ln>
        </p:spPr>
      </p:sp>
      <p:sp>
        <p:nvSpPr>
          <p:cNvPr id="149" name="Shape 147"/>
          <p:cNvSpPr/>
          <p:nvPr/>
        </p:nvSpPr>
        <p:spPr>
          <a:xfrm>
            <a:off x="9537192" y="1792224"/>
            <a:ext cx="109728" cy="109728"/>
          </a:xfrm>
          <a:prstGeom prst="ellipse">
            <a:avLst/>
          </a:prstGeom>
          <a:solidFill>
            <a:srgbClr val="1558A8"/>
          </a:solidFill>
          <a:ln w="12700">
            <a:solidFill>
              <a:srgbClr val="1558A8"/>
            </a:solidFill>
            <a:prstDash val="solid"/>
          </a:ln>
        </p:spPr>
      </p:sp>
      <p:sp>
        <p:nvSpPr>
          <p:cNvPr id="150" name="Text 14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1" name="Text 14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2" name="Shape 15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3" name="Text 15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4" name="Shape 152"/>
          <p:cNvSpPr/>
          <p:nvPr/>
        </p:nvSpPr>
        <p:spPr>
          <a:xfrm>
            <a:off x="9464040" y="2176272"/>
            <a:ext cx="2670048" cy="420624"/>
          </a:xfrm>
          <a:prstGeom prst="rect">
            <a:avLst/>
          </a:prstGeom>
          <a:solidFill>
            <a:srgbClr val="FFFFFF"/>
          </a:solidFill>
          <a:ln w="6350">
            <a:solidFill>
              <a:srgbClr val="E5E7EB"/>
            </a:solidFill>
            <a:prstDash val="solid"/>
          </a:ln>
        </p:spPr>
      </p:sp>
      <p:sp>
        <p:nvSpPr>
          <p:cNvPr id="155" name="Shape 153"/>
          <p:cNvSpPr/>
          <p:nvPr/>
        </p:nvSpPr>
        <p:spPr>
          <a:xfrm>
            <a:off x="9537192" y="2267712"/>
            <a:ext cx="109728" cy="109728"/>
          </a:xfrm>
          <a:prstGeom prst="ellipse">
            <a:avLst/>
          </a:prstGeom>
          <a:solidFill>
            <a:srgbClr val="9CA3AF"/>
          </a:solidFill>
          <a:ln w="12700">
            <a:solidFill>
              <a:srgbClr val="9CA3AF"/>
            </a:solidFill>
            <a:prstDash val="solid"/>
          </a:ln>
        </p:spPr>
      </p:sp>
      <p:sp>
        <p:nvSpPr>
          <p:cNvPr id="156" name="Text 15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7" name="Text 15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8" name="Shape 15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59" name="Text 15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0" name="Shape 158"/>
          <p:cNvSpPr/>
          <p:nvPr/>
        </p:nvSpPr>
        <p:spPr>
          <a:xfrm>
            <a:off x="9464040" y="2651760"/>
            <a:ext cx="2670048" cy="420624"/>
          </a:xfrm>
          <a:prstGeom prst="rect">
            <a:avLst/>
          </a:prstGeom>
          <a:solidFill>
            <a:srgbClr val="FFFFFF"/>
          </a:solidFill>
          <a:ln w="6350">
            <a:solidFill>
              <a:srgbClr val="E5E7EB"/>
            </a:solidFill>
            <a:prstDash val="solid"/>
          </a:ln>
        </p:spPr>
      </p:sp>
      <p:sp>
        <p:nvSpPr>
          <p:cNvPr id="161" name="Shape 159"/>
          <p:cNvSpPr/>
          <p:nvPr/>
        </p:nvSpPr>
        <p:spPr>
          <a:xfrm>
            <a:off x="9537192" y="2743200"/>
            <a:ext cx="109728" cy="109728"/>
          </a:xfrm>
          <a:prstGeom prst="ellipse">
            <a:avLst/>
          </a:prstGeom>
          <a:solidFill>
            <a:srgbClr val="9CA3AF"/>
          </a:solidFill>
          <a:ln w="12700">
            <a:solidFill>
              <a:srgbClr val="9CA3AF"/>
            </a:solidFill>
            <a:prstDash val="solid"/>
          </a:ln>
        </p:spPr>
      </p:sp>
      <p:sp>
        <p:nvSpPr>
          <p:cNvPr id="162" name="Text 16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3" name="Text 16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4" name="Shape 16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5" name="Text 16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6" name="Shape 164"/>
          <p:cNvSpPr/>
          <p:nvPr/>
        </p:nvSpPr>
        <p:spPr>
          <a:xfrm>
            <a:off x="9482328" y="3200400"/>
            <a:ext cx="2633472" cy="0"/>
          </a:xfrm>
          <a:prstGeom prst="line">
            <a:avLst/>
          </a:prstGeom>
          <a:noFill/>
          <a:ln w="9525">
            <a:solidFill>
              <a:srgbClr val="DDE1E6"/>
            </a:solidFill>
            <a:prstDash val="solid"/>
          </a:ln>
        </p:spPr>
      </p:sp>
      <p:sp>
        <p:nvSpPr>
          <p:cNvPr id="167" name="Text 16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8" name="Shape 16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69" name="Text 16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0" name="Shape 16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1" name="Text 16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2" name="Shape 17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3" name="Text 17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4" name="Shape 17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5" name="Text 17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76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F3F4F6"/>
          </a:solidFill>
          <a:ln w="9525">
            <a:solidFill>
              <a:srgbClr val="D1D5DB"/>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164592" y="6931152"/>
            <a:ext cx="9116568" cy="1476756"/>
          </a:xfrm>
          <a:prstGeom prst="rect">
            <a:avLst/>
          </a:prstGeom>
          <a:solidFill>
            <a:srgbClr val="FAFBFC"/>
          </a:solidFill>
          <a:ln w="6350">
            <a:solidFill>
              <a:srgbClr val="E5E7EB"/>
            </a:solidFill>
            <a:prstDash val="solid"/>
          </a:ln>
        </p:spPr>
      </p:sp>
      <p:sp>
        <p:nvSpPr>
          <p:cNvPr id="142" name="Shape 140"/>
          <p:cNvSpPr/>
          <p:nvPr/>
        </p:nvSpPr>
        <p:spPr>
          <a:xfrm>
            <a:off x="182880" y="7004304"/>
            <a:ext cx="859536" cy="1330452"/>
          </a:xfrm>
          <a:prstGeom prst="roundRect">
            <a:avLst>
              <a:gd name="adj" fmla="val 5319"/>
            </a:avLst>
          </a:prstGeom>
          <a:solidFill>
            <a:srgbClr val="9CA3AF"/>
          </a:solidFill>
          <a:ln w="12700">
            <a:solidFill>
              <a:srgbClr val="9CA3AF"/>
            </a:solidFill>
            <a:prstDash val="solid"/>
          </a:ln>
        </p:spPr>
      </p:sp>
      <p:sp>
        <p:nvSpPr>
          <p:cNvPr id="143" name="Text 141"/>
          <p:cNvSpPr/>
          <p:nvPr/>
        </p:nvSpPr>
        <p:spPr>
          <a:xfrm>
            <a:off x="182880" y="700430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NPAW</a:t>
            </a:r>
            <a:endParaRPr lang="en-US" sz="800" dirty="0"/>
          </a:p>
          <a:p>
            <a:pPr algn="ctr" indent="0" marL="0">
              <a:buNone/>
            </a:pPr>
            <a:r>
              <a:rPr lang="en-US" sz="800" b="1" dirty="0">
                <a:solidFill>
                  <a:srgbClr val="FFFFFF"/>
                </a:solidFill>
              </a:rPr>
              <a:t>Historical</a:t>
            </a:r>
            <a:endParaRPr lang="en-US" sz="800" dirty="0"/>
          </a:p>
        </p:txBody>
      </p:sp>
      <p:sp>
        <p:nvSpPr>
          <p:cNvPr id="144" name="Text 142"/>
          <p:cNvSpPr/>
          <p:nvPr/>
        </p:nvSpPr>
        <p:spPr>
          <a:xfrm>
            <a:off x="1170432" y="69768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0 / 1 In Progress</a:t>
            </a:r>
            <a:endParaRPr lang="en-US" sz="750" dirty="0"/>
          </a:p>
        </p:txBody>
      </p:sp>
      <p:sp>
        <p:nvSpPr>
          <p:cNvPr id="145" name="Shape 143"/>
          <p:cNvSpPr/>
          <p:nvPr/>
        </p:nvSpPr>
        <p:spPr>
          <a:xfrm>
            <a:off x="1170432" y="7196328"/>
            <a:ext cx="932688" cy="182880"/>
          </a:xfrm>
          <a:prstGeom prst="roundRect">
            <a:avLst>
              <a:gd name="adj" fmla="val 15000"/>
            </a:avLst>
          </a:prstGeom>
          <a:solidFill>
            <a:srgbClr val="FFFFFF"/>
          </a:solidFill>
          <a:ln w="9525">
            <a:solidFill>
              <a:srgbClr val="CBD5E1"/>
            </a:solidFill>
            <a:prstDash val="solid"/>
          </a:ln>
        </p:spPr>
      </p:sp>
      <p:sp>
        <p:nvSpPr>
          <p:cNvPr id="146" name="Text 144"/>
          <p:cNvSpPr/>
          <p:nvPr/>
        </p:nvSpPr>
        <p:spPr>
          <a:xfrm>
            <a:off x="1170432" y="71963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47" name="Shape 145"/>
          <p:cNvSpPr/>
          <p:nvPr/>
        </p:nvSpPr>
        <p:spPr>
          <a:xfrm>
            <a:off x="1170432" y="7406640"/>
            <a:ext cx="932688" cy="155448"/>
          </a:xfrm>
          <a:prstGeom prst="roundRect">
            <a:avLst>
              <a:gd name="adj" fmla="val 17647"/>
            </a:avLst>
          </a:prstGeom>
          <a:solidFill>
            <a:srgbClr val="F3F4F6"/>
          </a:solidFill>
          <a:ln w="9525">
            <a:solidFill>
              <a:srgbClr val="D1D5DB"/>
            </a:solidFill>
            <a:prstDash val="solid"/>
          </a:ln>
        </p:spPr>
      </p:sp>
      <p:sp>
        <p:nvSpPr>
          <p:cNvPr id="148" name="Text 146"/>
          <p:cNvSpPr/>
          <p:nvPr/>
        </p:nvSpPr>
        <p:spPr>
          <a:xfrm>
            <a:off x="1170432" y="740664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9" name="Shape 147"/>
          <p:cNvSpPr/>
          <p:nvPr/>
        </p:nvSpPr>
        <p:spPr>
          <a:xfrm>
            <a:off x="164592" y="8462772"/>
            <a:ext cx="9116568" cy="1476756"/>
          </a:xfrm>
          <a:prstGeom prst="rect">
            <a:avLst/>
          </a:prstGeom>
          <a:solidFill>
            <a:srgbClr val="FFFFFF"/>
          </a:solidFill>
          <a:ln w="6350">
            <a:solidFill>
              <a:srgbClr val="E5E7EB"/>
            </a:solidFill>
            <a:prstDash val="solid"/>
          </a:ln>
        </p:spPr>
      </p:sp>
      <p:sp>
        <p:nvSpPr>
          <p:cNvPr id="150" name="Shape 148"/>
          <p:cNvSpPr/>
          <p:nvPr/>
        </p:nvSpPr>
        <p:spPr>
          <a:xfrm>
            <a:off x="182880" y="8535924"/>
            <a:ext cx="859536" cy="1330452"/>
          </a:xfrm>
          <a:prstGeom prst="roundRect">
            <a:avLst>
              <a:gd name="adj" fmla="val 5319"/>
            </a:avLst>
          </a:prstGeom>
          <a:solidFill>
            <a:srgbClr val="9CA3AF"/>
          </a:solidFill>
          <a:ln w="12700">
            <a:solidFill>
              <a:srgbClr val="9CA3AF"/>
            </a:solidFill>
            <a:prstDash val="solid"/>
          </a:ln>
        </p:spPr>
      </p:sp>
      <p:sp>
        <p:nvSpPr>
          <p:cNvPr id="151" name="Text 149"/>
          <p:cNvSpPr/>
          <p:nvPr/>
        </p:nvSpPr>
        <p:spPr>
          <a:xfrm>
            <a:off x="182880" y="85359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Cleeng</a:t>
            </a:r>
            <a:endParaRPr lang="en-US" sz="800" dirty="0"/>
          </a:p>
          <a:p>
            <a:pPr algn="ctr" indent="0" marL="0">
              <a:buNone/>
            </a:pPr>
            <a:r>
              <a:rPr lang="en-US" sz="800" b="1" dirty="0">
                <a:solidFill>
                  <a:srgbClr val="FFFFFF"/>
                </a:solidFill>
              </a:rPr>
              <a:t>Historical and Ongoing</a:t>
            </a:r>
            <a:endParaRPr lang="en-US" sz="800" dirty="0"/>
          </a:p>
        </p:txBody>
      </p:sp>
      <p:sp>
        <p:nvSpPr>
          <p:cNvPr id="152" name="Text 150"/>
          <p:cNvSpPr/>
          <p:nvPr/>
        </p:nvSpPr>
        <p:spPr>
          <a:xfrm>
            <a:off x="1170432" y="85084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1 In Progress</a:t>
            </a:r>
            <a:endParaRPr lang="en-US" sz="750" dirty="0"/>
          </a:p>
        </p:txBody>
      </p:sp>
      <p:sp>
        <p:nvSpPr>
          <p:cNvPr id="153" name="Shape 151"/>
          <p:cNvSpPr/>
          <p:nvPr/>
        </p:nvSpPr>
        <p:spPr>
          <a:xfrm>
            <a:off x="1170432" y="8727948"/>
            <a:ext cx="932688" cy="182880"/>
          </a:xfrm>
          <a:prstGeom prst="roundRect">
            <a:avLst>
              <a:gd name="adj" fmla="val 15000"/>
            </a:avLst>
          </a:prstGeom>
          <a:solidFill>
            <a:srgbClr val="FFFFFF"/>
          </a:solidFill>
          <a:ln w="9525">
            <a:solidFill>
              <a:srgbClr val="CBD5E1"/>
            </a:solidFill>
            <a:prstDash val="solid"/>
          </a:ln>
        </p:spPr>
      </p:sp>
      <p:sp>
        <p:nvSpPr>
          <p:cNvPr id="154" name="Text 152"/>
          <p:cNvSpPr/>
          <p:nvPr/>
        </p:nvSpPr>
        <p:spPr>
          <a:xfrm>
            <a:off x="1170432" y="87279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55" name="Shape 153"/>
          <p:cNvSpPr/>
          <p:nvPr/>
        </p:nvSpPr>
        <p:spPr>
          <a:xfrm>
            <a:off x="1170432" y="8938260"/>
            <a:ext cx="932688" cy="155448"/>
          </a:xfrm>
          <a:prstGeom prst="roundRect">
            <a:avLst>
              <a:gd name="adj" fmla="val 17647"/>
            </a:avLst>
          </a:prstGeom>
          <a:solidFill>
            <a:srgbClr val="1558A8"/>
          </a:solidFill>
          <a:ln w="12700">
            <a:solidFill>
              <a:srgbClr val="1558A8"/>
            </a:solidFill>
            <a:prstDash val="solid"/>
          </a:ln>
        </p:spPr>
      </p:sp>
      <p:sp>
        <p:nvSpPr>
          <p:cNvPr id="156" name="Text 154"/>
          <p:cNvSpPr/>
          <p:nvPr/>
        </p:nvSpPr>
        <p:spPr>
          <a:xfrm>
            <a:off x="1170432" y="89382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7" name="Shape 155"/>
          <p:cNvSpPr/>
          <p:nvPr/>
        </p:nvSpPr>
        <p:spPr>
          <a:xfrm>
            <a:off x="9372600" y="804672"/>
            <a:ext cx="2834640" cy="6071616"/>
          </a:xfrm>
          <a:prstGeom prst="rect">
            <a:avLst/>
          </a:prstGeom>
          <a:solidFill>
            <a:srgbClr val="F8FAFB"/>
          </a:solidFill>
          <a:ln w="12700">
            <a:solidFill>
              <a:srgbClr val="DDE1E6"/>
            </a:solidFill>
            <a:prstDash val="solid"/>
          </a:ln>
        </p:spPr>
      </p:sp>
      <p:sp>
        <p:nvSpPr>
          <p:cNvPr id="158" name="Text 156"/>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59" name="Shape 157"/>
          <p:cNvSpPr/>
          <p:nvPr/>
        </p:nvSpPr>
        <p:spPr>
          <a:xfrm>
            <a:off x="9464040" y="1225296"/>
            <a:ext cx="2670048" cy="420624"/>
          </a:xfrm>
          <a:prstGeom prst="rect">
            <a:avLst/>
          </a:prstGeom>
          <a:solidFill>
            <a:srgbClr val="FFFFFF"/>
          </a:solidFill>
          <a:ln w="6350">
            <a:solidFill>
              <a:srgbClr val="E5E7EB"/>
            </a:solidFill>
            <a:prstDash val="solid"/>
          </a:ln>
        </p:spPr>
      </p:sp>
      <p:sp>
        <p:nvSpPr>
          <p:cNvPr id="160" name="Shape 158"/>
          <p:cNvSpPr/>
          <p:nvPr/>
        </p:nvSpPr>
        <p:spPr>
          <a:xfrm>
            <a:off x="9537192" y="1316736"/>
            <a:ext cx="109728" cy="109728"/>
          </a:xfrm>
          <a:prstGeom prst="ellipse">
            <a:avLst/>
          </a:prstGeom>
          <a:solidFill>
            <a:srgbClr val="16A34A"/>
          </a:solidFill>
          <a:ln w="12700">
            <a:solidFill>
              <a:srgbClr val="16A34A"/>
            </a:solidFill>
            <a:prstDash val="solid"/>
          </a:ln>
        </p:spPr>
      </p:sp>
      <p:sp>
        <p:nvSpPr>
          <p:cNvPr id="161" name="Text 159"/>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62" name="Text 160"/>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63" name="Shape 161"/>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64" name="Text 162"/>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65" name="Shape 163"/>
          <p:cNvSpPr/>
          <p:nvPr/>
        </p:nvSpPr>
        <p:spPr>
          <a:xfrm>
            <a:off x="9464040" y="1700784"/>
            <a:ext cx="2670048" cy="420624"/>
          </a:xfrm>
          <a:prstGeom prst="rect">
            <a:avLst/>
          </a:prstGeom>
          <a:solidFill>
            <a:srgbClr val="FFFFFF"/>
          </a:solidFill>
          <a:ln w="6350">
            <a:solidFill>
              <a:srgbClr val="E5E7EB"/>
            </a:solidFill>
            <a:prstDash val="solid"/>
          </a:ln>
        </p:spPr>
      </p:sp>
      <p:sp>
        <p:nvSpPr>
          <p:cNvPr id="166" name="Shape 164"/>
          <p:cNvSpPr/>
          <p:nvPr/>
        </p:nvSpPr>
        <p:spPr>
          <a:xfrm>
            <a:off x="9537192" y="1792224"/>
            <a:ext cx="109728" cy="109728"/>
          </a:xfrm>
          <a:prstGeom prst="ellipse">
            <a:avLst/>
          </a:prstGeom>
          <a:solidFill>
            <a:srgbClr val="1558A8"/>
          </a:solidFill>
          <a:ln w="12700">
            <a:solidFill>
              <a:srgbClr val="1558A8"/>
            </a:solidFill>
            <a:prstDash val="solid"/>
          </a:ln>
        </p:spPr>
      </p:sp>
      <p:sp>
        <p:nvSpPr>
          <p:cNvPr id="167" name="Text 165"/>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68" name="Text 166"/>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69" name="Shape 167"/>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70" name="Text 168"/>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71" name="Shape 169"/>
          <p:cNvSpPr/>
          <p:nvPr/>
        </p:nvSpPr>
        <p:spPr>
          <a:xfrm>
            <a:off x="9464040" y="2176272"/>
            <a:ext cx="2670048" cy="420624"/>
          </a:xfrm>
          <a:prstGeom prst="rect">
            <a:avLst/>
          </a:prstGeom>
          <a:solidFill>
            <a:srgbClr val="FFFFFF"/>
          </a:solidFill>
          <a:ln w="6350">
            <a:solidFill>
              <a:srgbClr val="E5E7EB"/>
            </a:solidFill>
            <a:prstDash val="solid"/>
          </a:ln>
        </p:spPr>
      </p:sp>
      <p:sp>
        <p:nvSpPr>
          <p:cNvPr id="172" name="Shape 170"/>
          <p:cNvSpPr/>
          <p:nvPr/>
        </p:nvSpPr>
        <p:spPr>
          <a:xfrm>
            <a:off x="9537192" y="2267712"/>
            <a:ext cx="109728" cy="109728"/>
          </a:xfrm>
          <a:prstGeom prst="ellipse">
            <a:avLst/>
          </a:prstGeom>
          <a:solidFill>
            <a:srgbClr val="9CA3AF"/>
          </a:solidFill>
          <a:ln w="12700">
            <a:solidFill>
              <a:srgbClr val="9CA3AF"/>
            </a:solidFill>
            <a:prstDash val="solid"/>
          </a:ln>
        </p:spPr>
      </p:sp>
      <p:sp>
        <p:nvSpPr>
          <p:cNvPr id="173" name="Text 171"/>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74" name="Text 172"/>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75" name="Shape 173"/>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76" name="Text 174"/>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77" name="Shape 175"/>
          <p:cNvSpPr/>
          <p:nvPr/>
        </p:nvSpPr>
        <p:spPr>
          <a:xfrm>
            <a:off x="9464040" y="2651760"/>
            <a:ext cx="2670048" cy="420624"/>
          </a:xfrm>
          <a:prstGeom prst="rect">
            <a:avLst/>
          </a:prstGeom>
          <a:solidFill>
            <a:srgbClr val="FFFFFF"/>
          </a:solidFill>
          <a:ln w="6350">
            <a:solidFill>
              <a:srgbClr val="E5E7EB"/>
            </a:solidFill>
            <a:prstDash val="solid"/>
          </a:ln>
        </p:spPr>
      </p:sp>
      <p:sp>
        <p:nvSpPr>
          <p:cNvPr id="178" name="Shape 176"/>
          <p:cNvSpPr/>
          <p:nvPr/>
        </p:nvSpPr>
        <p:spPr>
          <a:xfrm>
            <a:off x="9537192" y="2743200"/>
            <a:ext cx="109728" cy="109728"/>
          </a:xfrm>
          <a:prstGeom prst="ellipse">
            <a:avLst/>
          </a:prstGeom>
          <a:solidFill>
            <a:srgbClr val="9CA3AF"/>
          </a:solidFill>
          <a:ln w="12700">
            <a:solidFill>
              <a:srgbClr val="9CA3AF"/>
            </a:solidFill>
            <a:prstDash val="solid"/>
          </a:ln>
        </p:spPr>
      </p:sp>
      <p:sp>
        <p:nvSpPr>
          <p:cNvPr id="179" name="Text 177"/>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80" name="Text 178"/>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81" name="Shape 179"/>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82" name="Text 180"/>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83" name="Shape 181"/>
          <p:cNvSpPr/>
          <p:nvPr/>
        </p:nvSpPr>
        <p:spPr>
          <a:xfrm>
            <a:off x="9482328" y="3200400"/>
            <a:ext cx="2633472" cy="0"/>
          </a:xfrm>
          <a:prstGeom prst="line">
            <a:avLst/>
          </a:prstGeom>
          <a:noFill/>
          <a:ln w="9525">
            <a:solidFill>
              <a:srgbClr val="DDE1E6"/>
            </a:solidFill>
            <a:prstDash val="solid"/>
          </a:ln>
        </p:spPr>
      </p:sp>
      <p:sp>
        <p:nvSpPr>
          <p:cNvPr id="184" name="Text 182"/>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85" name="Shape 183"/>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86" name="Text 184"/>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87" name="Shape 185"/>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88" name="Text 186"/>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89" name="Shape 187"/>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90" name="Text 188"/>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91" name="Shape 189"/>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92" name="Text 190"/>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