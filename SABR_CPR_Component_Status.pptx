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10"/>
    <p:sldId id="258" r:id="rId11"/>
    <p:sldId id="259" r:id="rId12"/>
    <p:sldId id="260" r:id="rId13"/>
    <p:sldId id="261" r:id="rId14"/>
    <p:sldId id="262" r:id="rId15"/>
  </p:sldIdLst>
  <p:sldSz cx="12344400" cy="73152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41"/>
    <p:restoredTop sz="94630"/>
  </p:normalViewPr>
  <p:slideViewPr>
    <p:cSldViewPr snapToGrid="0">
      <p:cViewPr varScale="1">
        <p:scale>
          <a:sx n="130" d="100"/>
          <a:sy n="130" d="100"/>
        </p:scale>
        <p:origin x="9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F6586C-20BB-0145-BBB0-5205A2D85F37}"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273F65-57BB-3342-98F4-D52BB15090D3}" type="slidenum">
              <a:rPr lang="en-US" smtClean="0"/>
              <a:t>‹#›</a:t>
            </a:fld>
            <a:endParaRPr lang="en-US"/>
          </a:p>
        </p:txBody>
      </p:sp>
    </p:spTree>
    <p:extLst>
      <p:ext uri="{BB962C8B-B14F-4D97-AF65-F5344CB8AC3E}">
        <p14:creationId xmlns:p14="http://schemas.microsoft.com/office/powerpoint/2010/main" val="818598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542AB-4E5D-E3E5-DA43-46F3AD282BA3}"/>
              </a:ext>
            </a:extLst>
          </p:cNvPr>
          <p:cNvSpPr>
            <a:spLocks noGrp="1"/>
          </p:cNvSpPr>
          <p:nvPr>
            <p:ph type="ctrTitle"/>
          </p:nvPr>
        </p:nvSpPr>
        <p:spPr>
          <a:xfrm>
            <a:off x="1543050" y="1197187"/>
            <a:ext cx="9258300" cy="2546773"/>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ADC5D1-2E43-2D4F-10CF-6B9C4932443F}"/>
              </a:ext>
            </a:extLst>
          </p:cNvPr>
          <p:cNvSpPr>
            <a:spLocks noGrp="1"/>
          </p:cNvSpPr>
          <p:nvPr>
            <p:ph type="subTitle" idx="1"/>
          </p:nvPr>
        </p:nvSpPr>
        <p:spPr>
          <a:xfrm>
            <a:off x="1543050" y="3842174"/>
            <a:ext cx="9258300" cy="176614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291BCE-1E26-2FF6-8CD5-66BFE639D14A}"/>
              </a:ext>
            </a:extLst>
          </p:cNvPr>
          <p:cNvSpPr>
            <a:spLocks noGrp="1"/>
          </p:cNvSpPr>
          <p:nvPr>
            <p:ph type="dt" sz="half" idx="10"/>
          </p:nvPr>
        </p:nvSpPr>
        <p:spPr/>
        <p:txBody>
          <a:bodyPr/>
          <a:lstStyle/>
          <a:p>
            <a:fld id="{4AF3E59C-6757-304D-81DC-AFC89DC42387}" type="datetime1">
              <a:rPr lang="en-US" smtClean="0"/>
              <a:t>7/6/26</a:t>
            </a:fld>
            <a:endParaRPr lang="en-US"/>
          </a:p>
        </p:txBody>
      </p:sp>
      <p:sp>
        <p:nvSpPr>
          <p:cNvPr id="5" name="Footer Placeholder 4">
            <a:extLst>
              <a:ext uri="{FF2B5EF4-FFF2-40B4-BE49-F238E27FC236}">
                <a16:creationId xmlns:a16="http://schemas.microsoft.com/office/drawing/2014/main" id="{342DBBA0-D6C7-FC07-5C56-7191AB2C846F}"/>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A6C5ABB2-FC67-66A2-B676-98C8F4708307}"/>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8646702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8AB43-7245-25CD-9429-3739721B0D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EB2ECB-D6B4-1B28-8A6F-4A72D3E7E2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5FF69-2AD4-71DC-BCAE-6BCC61AA0542}"/>
              </a:ext>
            </a:extLst>
          </p:cNvPr>
          <p:cNvSpPr>
            <a:spLocks noGrp="1"/>
          </p:cNvSpPr>
          <p:nvPr>
            <p:ph type="dt" sz="half" idx="10"/>
          </p:nvPr>
        </p:nvSpPr>
        <p:spPr/>
        <p:txBody>
          <a:bodyPr/>
          <a:lstStyle/>
          <a:p>
            <a:fld id="{F5717DB9-6A5E-D34E-8F49-668C4E023DB8}" type="datetime1">
              <a:rPr lang="en-US" smtClean="0"/>
              <a:t>7/6/26</a:t>
            </a:fld>
            <a:endParaRPr lang="en-US"/>
          </a:p>
        </p:txBody>
      </p:sp>
      <p:sp>
        <p:nvSpPr>
          <p:cNvPr id="5" name="Footer Placeholder 4">
            <a:extLst>
              <a:ext uri="{FF2B5EF4-FFF2-40B4-BE49-F238E27FC236}">
                <a16:creationId xmlns:a16="http://schemas.microsoft.com/office/drawing/2014/main" id="{0A44906B-2BF5-D735-8C03-383888D485AC}"/>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538854DA-D980-9804-D429-EE5849AB2C7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581239677"/>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38A7F-439E-24E3-D0F9-D2B05E7C8108}"/>
              </a:ext>
            </a:extLst>
          </p:cNvPr>
          <p:cNvSpPr>
            <a:spLocks noGrp="1"/>
          </p:cNvSpPr>
          <p:nvPr>
            <p:ph type="title"/>
          </p:nvPr>
        </p:nvSpPr>
        <p:spPr>
          <a:xfrm>
            <a:off x="842248" y="1823721"/>
            <a:ext cx="10647045" cy="3042919"/>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43069C-437B-5A7C-D4D2-2F5EA044BEBC}"/>
              </a:ext>
            </a:extLst>
          </p:cNvPr>
          <p:cNvSpPr>
            <a:spLocks noGrp="1"/>
          </p:cNvSpPr>
          <p:nvPr>
            <p:ph type="body" idx="1"/>
          </p:nvPr>
        </p:nvSpPr>
        <p:spPr>
          <a:xfrm>
            <a:off x="842248" y="4895428"/>
            <a:ext cx="10647045" cy="160019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1F402-A6B4-06C9-471A-ADA7A5B20421}"/>
              </a:ext>
            </a:extLst>
          </p:cNvPr>
          <p:cNvSpPr>
            <a:spLocks noGrp="1"/>
          </p:cNvSpPr>
          <p:nvPr>
            <p:ph type="dt" sz="half" idx="10"/>
          </p:nvPr>
        </p:nvSpPr>
        <p:spPr/>
        <p:txBody>
          <a:bodyPr/>
          <a:lstStyle/>
          <a:p>
            <a:fld id="{9D8F7AC0-3832-FD45-8B44-A4D6390FE77E}" type="datetime1">
              <a:rPr lang="en-US" smtClean="0"/>
              <a:t>7/6/26</a:t>
            </a:fld>
            <a:endParaRPr lang="en-US"/>
          </a:p>
        </p:txBody>
      </p:sp>
      <p:sp>
        <p:nvSpPr>
          <p:cNvPr id="5" name="Footer Placeholder 4">
            <a:extLst>
              <a:ext uri="{FF2B5EF4-FFF2-40B4-BE49-F238E27FC236}">
                <a16:creationId xmlns:a16="http://schemas.microsoft.com/office/drawing/2014/main" id="{93CF1C27-1515-AE48-2681-B9E0DCA4CFC2}"/>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7591AB8D-4166-DA76-F40F-CB996B4F4D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122743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33359-1342-9126-C00F-43885A33B2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8346A5D-AA75-B6A7-2A97-8175D78EB429}"/>
              </a:ext>
            </a:extLst>
          </p:cNvPr>
          <p:cNvSpPr>
            <a:spLocks noGrp="1"/>
          </p:cNvSpPr>
          <p:nvPr>
            <p:ph sz="half" idx="1"/>
          </p:nvPr>
        </p:nvSpPr>
        <p:spPr>
          <a:xfrm>
            <a:off x="848678"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5D2B62-3F5B-CA87-894D-E35F3A7A73FA}"/>
              </a:ext>
            </a:extLst>
          </p:cNvPr>
          <p:cNvSpPr>
            <a:spLocks noGrp="1"/>
          </p:cNvSpPr>
          <p:nvPr>
            <p:ph sz="half" idx="2"/>
          </p:nvPr>
        </p:nvSpPr>
        <p:spPr>
          <a:xfrm>
            <a:off x="6249353"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AB9ACC-74B2-0D1E-9729-94C5BDE608E7}"/>
              </a:ext>
            </a:extLst>
          </p:cNvPr>
          <p:cNvSpPr>
            <a:spLocks noGrp="1"/>
          </p:cNvSpPr>
          <p:nvPr>
            <p:ph type="dt" sz="half" idx="10"/>
          </p:nvPr>
        </p:nvSpPr>
        <p:spPr/>
        <p:txBody>
          <a:bodyPr/>
          <a:lstStyle/>
          <a:p>
            <a:fld id="{07846480-99BB-4344-B97D-DCA362A5FDF8}" type="datetime1">
              <a:rPr lang="en-US" smtClean="0"/>
              <a:t>7/6/26</a:t>
            </a:fld>
            <a:endParaRPr lang="en-US"/>
          </a:p>
        </p:txBody>
      </p:sp>
      <p:sp>
        <p:nvSpPr>
          <p:cNvPr id="6" name="Footer Placeholder 5">
            <a:extLst>
              <a:ext uri="{FF2B5EF4-FFF2-40B4-BE49-F238E27FC236}">
                <a16:creationId xmlns:a16="http://schemas.microsoft.com/office/drawing/2014/main" id="{0EB8D0D1-614A-F39F-2359-171D4F29F76E}"/>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41124FE4-5372-56CC-9C0A-792C0649DD9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11728568"/>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741B6-C81C-44D7-8314-B9E48D54DCC6}"/>
              </a:ext>
            </a:extLst>
          </p:cNvPr>
          <p:cNvSpPr>
            <a:spLocks noGrp="1"/>
          </p:cNvSpPr>
          <p:nvPr>
            <p:ph type="title"/>
          </p:nvPr>
        </p:nvSpPr>
        <p:spPr>
          <a:xfrm>
            <a:off x="850285" y="389467"/>
            <a:ext cx="10647045" cy="1413934"/>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5B6461-6F52-D709-1AA9-7693FA24E633}"/>
              </a:ext>
            </a:extLst>
          </p:cNvPr>
          <p:cNvSpPr>
            <a:spLocks noGrp="1"/>
          </p:cNvSpPr>
          <p:nvPr>
            <p:ph type="body" idx="1"/>
          </p:nvPr>
        </p:nvSpPr>
        <p:spPr>
          <a:xfrm>
            <a:off x="850286" y="1793241"/>
            <a:ext cx="5222259"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705DFE-74DC-8B97-1F5D-76C626F585D2}"/>
              </a:ext>
            </a:extLst>
          </p:cNvPr>
          <p:cNvSpPr>
            <a:spLocks noGrp="1"/>
          </p:cNvSpPr>
          <p:nvPr>
            <p:ph sz="half" idx="2"/>
          </p:nvPr>
        </p:nvSpPr>
        <p:spPr>
          <a:xfrm>
            <a:off x="850286" y="2672080"/>
            <a:ext cx="5222259"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9030914-B7F9-314F-3471-1EB0342CE915}"/>
              </a:ext>
            </a:extLst>
          </p:cNvPr>
          <p:cNvSpPr>
            <a:spLocks noGrp="1"/>
          </p:cNvSpPr>
          <p:nvPr>
            <p:ph type="body" sz="quarter" idx="3"/>
          </p:nvPr>
        </p:nvSpPr>
        <p:spPr>
          <a:xfrm>
            <a:off x="6249352" y="1793241"/>
            <a:ext cx="5247978"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342F94-E36A-FBCB-AD5A-A7A2F73400BD}"/>
              </a:ext>
            </a:extLst>
          </p:cNvPr>
          <p:cNvSpPr>
            <a:spLocks noGrp="1"/>
          </p:cNvSpPr>
          <p:nvPr>
            <p:ph sz="quarter" idx="4"/>
          </p:nvPr>
        </p:nvSpPr>
        <p:spPr>
          <a:xfrm>
            <a:off x="6249352" y="2672080"/>
            <a:ext cx="5247978"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BDDA9A0-9B83-1061-522A-D57667671334}"/>
              </a:ext>
            </a:extLst>
          </p:cNvPr>
          <p:cNvSpPr>
            <a:spLocks noGrp="1"/>
          </p:cNvSpPr>
          <p:nvPr>
            <p:ph type="dt" sz="half" idx="10"/>
          </p:nvPr>
        </p:nvSpPr>
        <p:spPr/>
        <p:txBody>
          <a:bodyPr/>
          <a:lstStyle/>
          <a:p>
            <a:fld id="{31F8A984-FDA0-474C-92E2-0FCD6F165F9D}" type="datetime1">
              <a:rPr lang="en-US" smtClean="0"/>
              <a:t>7/6/26</a:t>
            </a:fld>
            <a:endParaRPr lang="en-US"/>
          </a:p>
        </p:txBody>
      </p:sp>
      <p:sp>
        <p:nvSpPr>
          <p:cNvPr id="8" name="Footer Placeholder 7">
            <a:extLst>
              <a:ext uri="{FF2B5EF4-FFF2-40B4-BE49-F238E27FC236}">
                <a16:creationId xmlns:a16="http://schemas.microsoft.com/office/drawing/2014/main" id="{66A1BFC6-DD30-8582-9BB5-A4C2FCA69217}"/>
              </a:ext>
            </a:extLst>
          </p:cNvPr>
          <p:cNvSpPr>
            <a:spLocks noGrp="1"/>
          </p:cNvSpPr>
          <p:nvPr>
            <p:ph type="ftr" sz="quarter" idx="11"/>
          </p:nvPr>
        </p:nvSpPr>
        <p:spPr/>
        <p:txBody>
          <a:bodyPr/>
          <a:lstStyle/>
          <a:p>
            <a:r>
              <a:rPr lang="en-US"/>
              <a:t>Tennis Channel 2025 - CONFIDENTIAL</a:t>
            </a:r>
          </a:p>
        </p:txBody>
      </p:sp>
      <p:sp>
        <p:nvSpPr>
          <p:cNvPr id="9" name="Slide Number Placeholder 8">
            <a:extLst>
              <a:ext uri="{FF2B5EF4-FFF2-40B4-BE49-F238E27FC236}">
                <a16:creationId xmlns:a16="http://schemas.microsoft.com/office/drawing/2014/main" id="{50B897CB-2FF9-D746-CA12-5F53E4C9EF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96087253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689EC-C4E0-F720-B4BB-9C30633058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242ECA-686B-F2FE-244F-519EADC8FBC1}"/>
              </a:ext>
            </a:extLst>
          </p:cNvPr>
          <p:cNvSpPr>
            <a:spLocks noGrp="1"/>
          </p:cNvSpPr>
          <p:nvPr>
            <p:ph type="dt" sz="half" idx="10"/>
          </p:nvPr>
        </p:nvSpPr>
        <p:spPr/>
        <p:txBody>
          <a:bodyPr/>
          <a:lstStyle/>
          <a:p>
            <a:fld id="{DF7D6774-7599-9340-9771-ADFFFF50DA4A}" type="datetime1">
              <a:rPr lang="en-US" smtClean="0"/>
              <a:t>7/6/26</a:t>
            </a:fld>
            <a:endParaRPr lang="en-US"/>
          </a:p>
        </p:txBody>
      </p:sp>
      <p:sp>
        <p:nvSpPr>
          <p:cNvPr id="4" name="Footer Placeholder 3">
            <a:extLst>
              <a:ext uri="{FF2B5EF4-FFF2-40B4-BE49-F238E27FC236}">
                <a16:creationId xmlns:a16="http://schemas.microsoft.com/office/drawing/2014/main" id="{994311D5-E61B-E713-F072-7FC70EFC6106}"/>
              </a:ext>
            </a:extLst>
          </p:cNvPr>
          <p:cNvSpPr>
            <a:spLocks noGrp="1"/>
          </p:cNvSpPr>
          <p:nvPr>
            <p:ph type="ftr" sz="quarter" idx="11"/>
          </p:nvPr>
        </p:nvSpPr>
        <p:spPr/>
        <p:txBody>
          <a:bodyPr/>
          <a:lstStyle/>
          <a:p>
            <a:r>
              <a:rPr lang="en-US"/>
              <a:t>Tennis Channel 2025 - CONFIDENTIAL</a:t>
            </a:r>
          </a:p>
        </p:txBody>
      </p:sp>
      <p:sp>
        <p:nvSpPr>
          <p:cNvPr id="5" name="Slide Number Placeholder 4">
            <a:extLst>
              <a:ext uri="{FF2B5EF4-FFF2-40B4-BE49-F238E27FC236}">
                <a16:creationId xmlns:a16="http://schemas.microsoft.com/office/drawing/2014/main" id="{D8B1AD28-E6B8-41E5-013F-EA3705C5052B}"/>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461587223"/>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044EE4-4846-6C32-288C-E05F40C3111D}"/>
              </a:ext>
            </a:extLst>
          </p:cNvPr>
          <p:cNvSpPr>
            <a:spLocks noGrp="1"/>
          </p:cNvSpPr>
          <p:nvPr>
            <p:ph type="dt" sz="half" idx="10"/>
          </p:nvPr>
        </p:nvSpPr>
        <p:spPr/>
        <p:txBody>
          <a:bodyPr/>
          <a:lstStyle/>
          <a:p>
            <a:fld id="{9CBD47B3-23AB-F54B-9A7B-8C00C8081A30}" type="datetime1">
              <a:rPr lang="en-US" smtClean="0"/>
              <a:t>7/6/26</a:t>
            </a:fld>
            <a:endParaRPr lang="en-US"/>
          </a:p>
        </p:txBody>
      </p:sp>
      <p:sp>
        <p:nvSpPr>
          <p:cNvPr id="3" name="Footer Placeholder 2">
            <a:extLst>
              <a:ext uri="{FF2B5EF4-FFF2-40B4-BE49-F238E27FC236}">
                <a16:creationId xmlns:a16="http://schemas.microsoft.com/office/drawing/2014/main" id="{6261C964-1C2C-8775-5756-EB8BCF7C5D8E}"/>
              </a:ext>
            </a:extLst>
          </p:cNvPr>
          <p:cNvSpPr>
            <a:spLocks noGrp="1"/>
          </p:cNvSpPr>
          <p:nvPr>
            <p:ph type="ftr" sz="quarter" idx="11"/>
          </p:nvPr>
        </p:nvSpPr>
        <p:spPr/>
        <p:txBody>
          <a:bodyPr/>
          <a:lstStyle/>
          <a:p>
            <a:r>
              <a:rPr lang="en-US"/>
              <a:t>Tennis Channel 2025 - CONFIDENTIAL</a:t>
            </a:r>
          </a:p>
        </p:txBody>
      </p:sp>
      <p:sp>
        <p:nvSpPr>
          <p:cNvPr id="4" name="Slide Number Placeholder 3">
            <a:extLst>
              <a:ext uri="{FF2B5EF4-FFF2-40B4-BE49-F238E27FC236}">
                <a16:creationId xmlns:a16="http://schemas.microsoft.com/office/drawing/2014/main" id="{FACE2306-71B3-FBB9-6236-9950E5EAF3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78362405"/>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843BF-2A0F-47ED-D433-DF8E9551A7AC}"/>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73D69E-2B52-800B-E2F9-FE835D84C945}"/>
              </a:ext>
            </a:extLst>
          </p:cNvPr>
          <p:cNvSpPr>
            <a:spLocks noGrp="1"/>
          </p:cNvSpPr>
          <p:nvPr>
            <p:ph idx="1"/>
          </p:nvPr>
        </p:nvSpPr>
        <p:spPr>
          <a:xfrm>
            <a:off x="5247978" y="1053254"/>
            <a:ext cx="6249353" cy="519853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998016-679C-7679-BDA6-B776B0D0B0C9}"/>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8CC95-EAA5-1963-009D-F7BA26301BCD}"/>
              </a:ext>
            </a:extLst>
          </p:cNvPr>
          <p:cNvSpPr>
            <a:spLocks noGrp="1"/>
          </p:cNvSpPr>
          <p:nvPr>
            <p:ph type="dt" sz="half" idx="10"/>
          </p:nvPr>
        </p:nvSpPr>
        <p:spPr/>
        <p:txBody>
          <a:bodyPr/>
          <a:lstStyle/>
          <a:p>
            <a:fld id="{14F30ED9-FCB1-5447-9794-AFD5F779FA3B}" type="datetime1">
              <a:rPr lang="en-US" smtClean="0"/>
              <a:t>7/6/26</a:t>
            </a:fld>
            <a:endParaRPr lang="en-US"/>
          </a:p>
        </p:txBody>
      </p:sp>
      <p:sp>
        <p:nvSpPr>
          <p:cNvPr id="6" name="Footer Placeholder 5">
            <a:extLst>
              <a:ext uri="{FF2B5EF4-FFF2-40B4-BE49-F238E27FC236}">
                <a16:creationId xmlns:a16="http://schemas.microsoft.com/office/drawing/2014/main" id="{D2646692-B664-9A1B-69AE-7EAA55E6C808}"/>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BEAE579E-2EBD-DCFD-488E-7D4D8A6274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64665216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89F60-72BE-0112-F6AB-FDF9D5265274}"/>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087395E-5F3E-85C5-01AF-8B5A395FF006}"/>
              </a:ext>
            </a:extLst>
          </p:cNvPr>
          <p:cNvSpPr>
            <a:spLocks noGrp="1"/>
          </p:cNvSpPr>
          <p:nvPr>
            <p:ph type="pic" idx="1"/>
          </p:nvPr>
        </p:nvSpPr>
        <p:spPr>
          <a:xfrm>
            <a:off x="5247978" y="1053254"/>
            <a:ext cx="6249353" cy="519853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17A5B-9716-D4C8-864D-84AB8F3DF7AA}"/>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BA2244-8C79-D9DA-DEDF-531C692C6327}"/>
              </a:ext>
            </a:extLst>
          </p:cNvPr>
          <p:cNvSpPr>
            <a:spLocks noGrp="1"/>
          </p:cNvSpPr>
          <p:nvPr>
            <p:ph type="dt" sz="half" idx="10"/>
          </p:nvPr>
        </p:nvSpPr>
        <p:spPr/>
        <p:txBody>
          <a:bodyPr/>
          <a:lstStyle/>
          <a:p>
            <a:fld id="{DA073474-B78A-B243-B4FD-D7121F5357F7}" type="datetime1">
              <a:rPr lang="en-US" smtClean="0"/>
              <a:t>7/6/26</a:t>
            </a:fld>
            <a:endParaRPr lang="en-US"/>
          </a:p>
        </p:txBody>
      </p:sp>
      <p:sp>
        <p:nvSpPr>
          <p:cNvPr id="6" name="Footer Placeholder 5">
            <a:extLst>
              <a:ext uri="{FF2B5EF4-FFF2-40B4-BE49-F238E27FC236}">
                <a16:creationId xmlns:a16="http://schemas.microsoft.com/office/drawing/2014/main" id="{F48925A5-5811-EC41-095C-E6482D873996}"/>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9823A3D9-596F-C217-ADA1-150F7A06495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6003655"/>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1DCD6-4900-D307-8B3E-845F0B83D14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DDC619-0D5E-261F-3E8E-3F35DAACD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CCCD90-30E8-04DC-218F-7B7549CB26CB}"/>
              </a:ext>
            </a:extLst>
          </p:cNvPr>
          <p:cNvSpPr>
            <a:spLocks noGrp="1"/>
          </p:cNvSpPr>
          <p:nvPr>
            <p:ph type="dt" sz="half" idx="10"/>
          </p:nvPr>
        </p:nvSpPr>
        <p:spPr/>
        <p:txBody>
          <a:bodyPr/>
          <a:lstStyle/>
          <a:p>
            <a:fld id="{5DD0E256-82DC-B742-83EE-95D668E2CF2A}" type="datetime1">
              <a:rPr lang="en-US" smtClean="0"/>
              <a:t>7/6/26</a:t>
            </a:fld>
            <a:endParaRPr lang="en-US"/>
          </a:p>
        </p:txBody>
      </p:sp>
      <p:sp>
        <p:nvSpPr>
          <p:cNvPr id="5" name="Footer Placeholder 4">
            <a:extLst>
              <a:ext uri="{FF2B5EF4-FFF2-40B4-BE49-F238E27FC236}">
                <a16:creationId xmlns:a16="http://schemas.microsoft.com/office/drawing/2014/main" id="{1D3EFA0D-D055-1B13-E297-61A43DE8F2B3}"/>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95AF7691-A6DA-9434-C090-1F588D69FC12}"/>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073727667"/>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87BDF5-EF24-0029-DCE1-7AC24EC7CFEF}"/>
              </a:ext>
            </a:extLst>
          </p:cNvPr>
          <p:cNvSpPr>
            <a:spLocks noGrp="1"/>
          </p:cNvSpPr>
          <p:nvPr>
            <p:ph type="title" orient="vert"/>
          </p:nvPr>
        </p:nvSpPr>
        <p:spPr>
          <a:xfrm>
            <a:off x="8833961" y="389467"/>
            <a:ext cx="2661761" cy="619929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3943A6-7D60-FE02-0DAD-FE1401B4EE15}"/>
              </a:ext>
            </a:extLst>
          </p:cNvPr>
          <p:cNvSpPr>
            <a:spLocks noGrp="1"/>
          </p:cNvSpPr>
          <p:nvPr>
            <p:ph type="body" orient="vert" idx="1"/>
          </p:nvPr>
        </p:nvSpPr>
        <p:spPr>
          <a:xfrm>
            <a:off x="848677" y="389467"/>
            <a:ext cx="7830979" cy="619929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F4A4EF-C246-3BC0-F8A4-2D40BC9CAA57}"/>
              </a:ext>
            </a:extLst>
          </p:cNvPr>
          <p:cNvSpPr>
            <a:spLocks noGrp="1"/>
          </p:cNvSpPr>
          <p:nvPr>
            <p:ph type="dt" sz="half" idx="10"/>
          </p:nvPr>
        </p:nvSpPr>
        <p:spPr/>
        <p:txBody>
          <a:bodyPr/>
          <a:lstStyle/>
          <a:p>
            <a:fld id="{6E08F2DA-B790-C342-8CF1-3B2B97F389FB}" type="datetime1">
              <a:rPr lang="en-US" smtClean="0"/>
              <a:t>7/6/26</a:t>
            </a:fld>
            <a:endParaRPr lang="en-US"/>
          </a:p>
        </p:txBody>
      </p:sp>
      <p:sp>
        <p:nvSpPr>
          <p:cNvPr id="5" name="Footer Placeholder 4">
            <a:extLst>
              <a:ext uri="{FF2B5EF4-FFF2-40B4-BE49-F238E27FC236}">
                <a16:creationId xmlns:a16="http://schemas.microsoft.com/office/drawing/2014/main" id="{21A78659-C8AF-161E-4E7D-5D3EEF219ED6}"/>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C46C2202-F3E0-D5DC-F7E2-566FC445139A}"/>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35359364"/>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75072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0832AE-95EA-F660-E35B-9F761BA36B82}"/>
              </a:ext>
            </a:extLst>
          </p:cNvPr>
          <p:cNvSpPr>
            <a:spLocks noGrp="1"/>
          </p:cNvSpPr>
          <p:nvPr>
            <p:ph type="title"/>
          </p:nvPr>
        </p:nvSpPr>
        <p:spPr>
          <a:xfrm>
            <a:off x="848678" y="389467"/>
            <a:ext cx="10647045" cy="14139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A31F6F-E4B0-5C59-F323-FC6476B0321D}"/>
              </a:ext>
            </a:extLst>
          </p:cNvPr>
          <p:cNvSpPr>
            <a:spLocks noGrp="1"/>
          </p:cNvSpPr>
          <p:nvPr>
            <p:ph type="body" idx="1"/>
          </p:nvPr>
        </p:nvSpPr>
        <p:spPr>
          <a:xfrm>
            <a:off x="848678" y="1947333"/>
            <a:ext cx="10647045" cy="46414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A68926-F5FE-4122-DF92-7B0B254C8718}"/>
              </a:ext>
            </a:extLst>
          </p:cNvPr>
          <p:cNvSpPr>
            <a:spLocks noGrp="1"/>
          </p:cNvSpPr>
          <p:nvPr>
            <p:ph type="dt" sz="half" idx="2"/>
          </p:nvPr>
        </p:nvSpPr>
        <p:spPr>
          <a:xfrm>
            <a:off x="848678" y="6780107"/>
            <a:ext cx="2777490" cy="389467"/>
          </a:xfrm>
          <a:prstGeom prst="rect">
            <a:avLst/>
          </a:prstGeom>
        </p:spPr>
        <p:txBody>
          <a:bodyPr vert="horz" lIns="91440" tIns="45720" rIns="91440" bIns="45720" rtlCol="0" anchor="ctr"/>
          <a:lstStyle>
            <a:lvl1pPr algn="l">
              <a:defRPr sz="1200">
                <a:solidFill>
                  <a:schemeClr val="tx1">
                    <a:tint val="82000"/>
                  </a:schemeClr>
                </a:solidFill>
              </a:defRPr>
            </a:lvl1pPr>
          </a:lstStyle>
          <a:p>
            <a:fld id="{905F453D-07D2-4A45-8FB4-9BC139C4CB3A}" type="datetime1">
              <a:rPr lang="en-US" smtClean="0"/>
              <a:t>7/6/26</a:t>
            </a:fld>
            <a:endParaRPr lang="en-US"/>
          </a:p>
        </p:txBody>
      </p:sp>
      <p:sp>
        <p:nvSpPr>
          <p:cNvPr id="5" name="Footer Placeholder 4">
            <a:extLst>
              <a:ext uri="{FF2B5EF4-FFF2-40B4-BE49-F238E27FC236}">
                <a16:creationId xmlns:a16="http://schemas.microsoft.com/office/drawing/2014/main" id="{6485CEA4-3B6B-7E59-4DDA-7365730F344D}"/>
              </a:ext>
            </a:extLst>
          </p:cNvPr>
          <p:cNvSpPr>
            <a:spLocks noGrp="1"/>
          </p:cNvSpPr>
          <p:nvPr>
            <p:ph type="ftr" sz="quarter" idx="3"/>
          </p:nvPr>
        </p:nvSpPr>
        <p:spPr>
          <a:xfrm>
            <a:off x="4089083" y="6780107"/>
            <a:ext cx="4166235" cy="389467"/>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Tennis Channel 2025 - CONFIDENTIAL</a:t>
            </a:r>
          </a:p>
        </p:txBody>
      </p:sp>
      <p:sp>
        <p:nvSpPr>
          <p:cNvPr id="6" name="Slide Number Placeholder 5">
            <a:extLst>
              <a:ext uri="{FF2B5EF4-FFF2-40B4-BE49-F238E27FC236}">
                <a16:creationId xmlns:a16="http://schemas.microsoft.com/office/drawing/2014/main" id="{3162949E-0088-40B8-643A-0F725CFA305F}"/>
              </a:ext>
            </a:extLst>
          </p:cNvPr>
          <p:cNvSpPr>
            <a:spLocks noGrp="1"/>
          </p:cNvSpPr>
          <p:nvPr>
            <p:ph type="sldNum" sz="quarter" idx="4"/>
          </p:nvPr>
        </p:nvSpPr>
        <p:spPr>
          <a:xfrm>
            <a:off x="8718233" y="6780107"/>
            <a:ext cx="2777490" cy="389467"/>
          </a:xfrm>
          <a:prstGeom prst="rect">
            <a:avLst/>
          </a:prstGeom>
        </p:spPr>
        <p:txBody>
          <a:bodyPr vert="horz" lIns="91440" tIns="45720" rIns="91440" bIns="45720" rtlCol="0" anchor="ctr"/>
          <a:lstStyle>
            <a:lvl1pPr algn="r">
              <a:defRPr sz="1200">
                <a:solidFill>
                  <a:schemeClr val="tx1">
                    <a:tint val="82000"/>
                  </a:schemeClr>
                </a:solidFill>
              </a:defRPr>
            </a:lvl1pPr>
          </a:lstStyle>
          <a:p>
            <a:fld id="{F6DAA944-EC5F-9D44-9E3D-812366C7D5CA}" type="slidenum">
              <a:rPr lang="en-US" smtClean="0"/>
              <a:t>‹#›</a:t>
            </a:fld>
            <a:endParaRPr lang="en-US"/>
          </a:p>
        </p:txBody>
      </p:sp>
    </p:spTree>
    <p:extLst>
      <p:ext uri="{BB962C8B-B14F-4D97-AF65-F5344CB8AC3E}">
        <p14:creationId xmlns:p14="http://schemas.microsoft.com/office/powerpoint/2010/main" val="41250136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27691"/>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38980"/>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0" y="427829"/>
            <a:ext cx="12251509" cy="1017037"/>
          </a:xfrm>
          <a:prstGeom prst="rect">
            <a:avLst/>
          </a:prstGeom>
          <a:solidFill>
            <a:schemeClr val="bg1"/>
          </a:solidFill>
          <a:ln w="9525">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Shape 3"/>
          <p:cNvSpPr/>
          <p:nvPr/>
        </p:nvSpPr>
        <p:spPr>
          <a:xfrm>
            <a:off x="92584" y="861593"/>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 name="Shape 4"/>
          <p:cNvSpPr/>
          <p:nvPr/>
        </p:nvSpPr>
        <p:spPr>
          <a:xfrm>
            <a:off x="92584" y="1213409"/>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925830" y="611619"/>
            <a:ext cx="0" cy="833247"/>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48133" y="611619"/>
            <a:ext cx="759181" cy="249974"/>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OWNERS</a:t>
            </a:r>
            <a:endParaRPr lang="en-US" sz="810" dirty="0">
              <a:latin typeface="Arial" panose="020B0604020202020204" pitchFamily="34" charset="0"/>
              <a:cs typeface="Arial" panose="020B0604020202020204" pitchFamily="34" charset="0"/>
            </a:endParaRPr>
          </a:p>
        </p:txBody>
      </p:sp>
      <p:sp>
        <p:nvSpPr>
          <p:cNvPr id="9" name="Text 7"/>
          <p:cNvSpPr/>
          <p:nvPr/>
        </p:nvSpPr>
        <p:spPr>
          <a:xfrm>
            <a:off x="981380"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Keff Ratcliffe</a:t>
            </a:r>
            <a:endParaRPr lang="en-US" sz="911" dirty="0">
              <a:latin typeface="Arial" panose="020B0604020202020204" pitchFamily="34" charset="0"/>
              <a:cs typeface="Arial" panose="020B0604020202020204" pitchFamily="34" charset="0"/>
            </a:endParaRPr>
          </a:p>
        </p:txBody>
      </p:sp>
      <p:sp>
        <p:nvSpPr>
          <p:cNvPr id="10" name="Text 8"/>
          <p:cNvSpPr/>
          <p:nvPr/>
        </p:nvSpPr>
        <p:spPr>
          <a:xfrm>
            <a:off x="3246516"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Aditya Pande</a:t>
            </a:r>
            <a:endParaRPr lang="en-US" sz="911" dirty="0">
              <a:latin typeface="Arial" panose="020B0604020202020204" pitchFamily="34" charset="0"/>
              <a:cs typeface="Arial" panose="020B0604020202020204" pitchFamily="34" charset="0"/>
            </a:endParaRPr>
          </a:p>
        </p:txBody>
      </p:sp>
      <p:sp>
        <p:nvSpPr>
          <p:cNvPr id="11" name="Text 9"/>
          <p:cNvSpPr/>
          <p:nvPr/>
        </p:nvSpPr>
        <p:spPr>
          <a:xfrm>
            <a:off x="5511652"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Cristina Thompson</a:t>
            </a:r>
            <a:endParaRPr lang="en-US" sz="911" dirty="0">
              <a:latin typeface="Arial" panose="020B0604020202020204" pitchFamily="34" charset="0"/>
              <a:cs typeface="Arial" panose="020B0604020202020204" pitchFamily="34" charset="0"/>
            </a:endParaRPr>
          </a:p>
        </p:txBody>
      </p:sp>
      <p:sp>
        <p:nvSpPr>
          <p:cNvPr id="12" name="Text 10"/>
          <p:cNvSpPr/>
          <p:nvPr/>
        </p:nvSpPr>
        <p:spPr>
          <a:xfrm>
            <a:off x="7776787"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Juan Valdes</a:t>
            </a:r>
            <a:endParaRPr lang="en-US" sz="911" dirty="0">
              <a:latin typeface="Arial" panose="020B0604020202020204" pitchFamily="34" charset="0"/>
              <a:cs typeface="Arial" panose="020B0604020202020204" pitchFamily="34" charset="0"/>
            </a:endParaRPr>
          </a:p>
        </p:txBody>
      </p:sp>
      <p:sp>
        <p:nvSpPr>
          <p:cNvPr id="13" name="Text 11"/>
          <p:cNvSpPr/>
          <p:nvPr/>
        </p:nvSpPr>
        <p:spPr>
          <a:xfrm>
            <a:off x="10041923"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Chris Krueger</a:t>
            </a:r>
            <a:endParaRPr lang="en-US" sz="911" dirty="0">
              <a:latin typeface="Arial" panose="020B0604020202020204" pitchFamily="34" charset="0"/>
              <a:cs typeface="Arial" panose="020B0604020202020204" pitchFamily="34" charset="0"/>
            </a:endParaRPr>
          </a:p>
        </p:txBody>
      </p:sp>
      <p:sp>
        <p:nvSpPr>
          <p:cNvPr id="14" name="Text 12"/>
          <p:cNvSpPr/>
          <p:nvPr/>
        </p:nvSpPr>
        <p:spPr>
          <a:xfrm>
            <a:off x="148133" y="861594"/>
            <a:ext cx="759181" cy="351815"/>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GOAL</a:t>
            </a:r>
            <a:endParaRPr lang="en-US" sz="810" dirty="0">
              <a:latin typeface="Arial" panose="020B0604020202020204" pitchFamily="34" charset="0"/>
              <a:cs typeface="Arial" panose="020B0604020202020204" pitchFamily="34" charset="0"/>
            </a:endParaRPr>
          </a:p>
        </p:txBody>
      </p:sp>
      <p:sp>
        <p:nvSpPr>
          <p:cNvPr id="15" name="Text 13"/>
          <p:cNvSpPr/>
          <p:nvPr/>
        </p:nvSpPr>
        <p:spPr>
          <a:xfrm>
            <a:off x="981380" y="861594"/>
            <a:ext cx="11233095" cy="351815"/>
          </a:xfrm>
          <a:prstGeom prst="rect">
            <a:avLst/>
          </a:prstGeom>
          <a:noFill/>
          <a:ln/>
        </p:spPr>
        <p:txBody>
          <a:bodyPr wrap="square" lIns="0" tIns="0" rIns="0" bIns="0" rtlCol="0" anchor="ctr"/>
          <a:lstStyle/>
          <a:p>
            <a:r>
              <a:rPr lang="en-US" sz="861" dirty="0">
                <a:solidFill>
                  <a:srgbClr val="1A1A1A"/>
                </a:solidFill>
                <a:latin typeface="Arial" panose="020B0604020202020204" pitchFamily="34" charset="0"/>
                <a:ea typeface="Calibri" pitchFamily="34" charset="-122"/>
                <a:cs typeface="Arial" panose="020B0604020202020204" pitchFamily="34" charset="0"/>
              </a:rPr>
              <a:t>Rebuilding Tennis Channel OTT (web, iOS, Android, CTV) on its own platform, powered by Match Central replacing Sport Radar stack.</a:t>
            </a:r>
            <a:endParaRPr lang="en-US" sz="861" dirty="0">
              <a:latin typeface="Arial" panose="020B0604020202020204" pitchFamily="34" charset="0"/>
              <a:cs typeface="Arial" panose="020B0604020202020204" pitchFamily="34" charset="0"/>
            </a:endParaRPr>
          </a:p>
        </p:txBody>
      </p:sp>
      <p:sp>
        <p:nvSpPr>
          <p:cNvPr id="16" name="Text 14"/>
          <p:cNvSpPr/>
          <p:nvPr/>
        </p:nvSpPr>
        <p:spPr>
          <a:xfrm>
            <a:off x="148133" y="1213409"/>
            <a:ext cx="759181" cy="231458"/>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LAUNCH</a:t>
            </a:r>
            <a:endParaRPr lang="en-US" sz="810" dirty="0">
              <a:latin typeface="Arial" panose="020B0604020202020204" pitchFamily="34" charset="0"/>
              <a:cs typeface="Arial" panose="020B0604020202020204" pitchFamily="34" charset="0"/>
            </a:endParaRPr>
          </a:p>
        </p:txBody>
      </p:sp>
      <p:sp>
        <p:nvSpPr>
          <p:cNvPr id="17" name="Text 15"/>
          <p:cNvSpPr/>
          <p:nvPr/>
        </p:nvSpPr>
        <p:spPr>
          <a:xfrm>
            <a:off x="981380" y="1213409"/>
            <a:ext cx="11233095" cy="231458"/>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December 1, 2026</a:t>
            </a:r>
            <a:endParaRPr lang="en-US" sz="911" dirty="0">
              <a:latin typeface="Arial" panose="020B0604020202020204" pitchFamily="34" charset="0"/>
              <a:cs typeface="Arial" panose="020B0604020202020204" pitchFamily="34" charset="0"/>
            </a:endParaRPr>
          </a:p>
        </p:txBody>
      </p:sp>
      <p:sp>
        <p:nvSpPr>
          <p:cNvPr id="18" name="Shape 16"/>
          <p:cNvSpPr/>
          <p:nvPr/>
        </p:nvSpPr>
        <p:spPr>
          <a:xfrm>
            <a:off x="0" y="1463382"/>
            <a:ext cx="12251509" cy="312747"/>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9" name="Text 17"/>
          <p:cNvSpPr/>
          <p:nvPr/>
        </p:nvSpPr>
        <p:spPr>
          <a:xfrm>
            <a:off x="92584" y="1463383"/>
            <a:ext cx="12158925" cy="249974"/>
          </a:xfrm>
          <a:prstGeom prst="rect">
            <a:avLst/>
          </a:prstGeom>
          <a:noFill/>
          <a:ln/>
        </p:spPr>
        <p:txBody>
          <a:bodyPr wrap="square" lIns="0" tIns="102870" rIns="0" bIns="0" rtlCol="0" anchor="ctr"/>
          <a:lstStyle/>
          <a:p>
            <a:r>
              <a:rPr lang="en-US" sz="1114" b="1" dirty="0">
                <a:solidFill>
                  <a:srgbClr val="000000"/>
                </a:solidFill>
                <a:latin typeface="Arial" panose="020B0604020202020204" pitchFamily="34" charset="0"/>
                <a:ea typeface="Calibri" pitchFamily="34" charset="-122"/>
                <a:cs typeface="Arial" panose="020B0604020202020204" pitchFamily="34" charset="0"/>
              </a:rPr>
              <a:t>This Week</a:t>
            </a:r>
            <a:endParaRPr lang="en-US" sz="1114" b="1" dirty="0">
              <a:latin typeface="Arial" panose="020B0604020202020204" pitchFamily="34" charset="0"/>
              <a:cs typeface="Arial" panose="020B0604020202020204" pitchFamily="34" charset="0"/>
            </a:endParaRPr>
          </a:p>
        </p:txBody>
      </p:sp>
      <p:sp>
        <p:nvSpPr>
          <p:cNvPr id="20" name="Shape 18"/>
          <p:cNvSpPr/>
          <p:nvPr/>
        </p:nvSpPr>
        <p:spPr>
          <a:xfrm>
            <a:off x="0" y="1787423"/>
            <a:ext cx="12344400" cy="5488784"/>
          </a:xfrm>
          <a:prstGeom prst="rect">
            <a:avLst/>
          </a:prstGeom>
          <a:solidFill>
            <a:schemeClr val="bg1"/>
          </a:solidFill>
          <a:ln w="9525">
            <a:solidFill>
              <a:srgbClr val="D1D5DB"/>
            </a:solidFill>
            <a:prstDash val="solid"/>
          </a:ln>
        </p:spPr>
        <p:txBody>
          <a:bodyPr/>
          <a:lstStyle/>
          <a:p>
            <a:pPr lvl="0">
              <a:buClr>
                <a:srgbClr val="000000"/>
              </a:buClr>
              <a:defRPr/>
            </a:pPr>
            <a:r>
              <a:rPr lang="en-US" sz="1200" b="1" dirty="0">
                <a:solidFill>
                  <a:srgbClr val="0A0A0A"/>
                </a:solidFill>
                <a:highlight>
                  <a:srgbClr val="FFFFFF"/>
                </a:highlight>
                <a:latin typeface="Arial" panose="020B0604020202020204" pitchFamily="34" charset="0"/>
                <a:cs typeface="Arial" panose="020B0604020202020204" pitchFamily="34" charset="0"/>
              </a:rPr>
              <a:t>7/15 Update</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Amagi (Streaming Orchestration) - Several long-standing design questions were resolved this week: the Prime/Ward acknowledgment schema, day-boundary event grouping, and the manual start/stop orchestration model. The remaining open question is how to cut off viewers of a finished match on a shared stream without disrupting others; Amagi is researching a CDN-edge/token approach and owes an estimate by the July 8 call. DRM credentials are due Friday, message-level testing with dummy data starts the week of July 6, and Amagi's full orchestration readiness is targeted for July 15.</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Adobe Pass / MVPD - The Adobe Pass integration is transitioning from setup into implementation. The registered application and API documentation are in hand, and Tennis Channel is reviewing the implementation package while configuring domain whitelisting and platform settings. On the app side, a basic prototype of the provider authentication flow is built and currently hardcoded to DirecTV for testing. Recurring working sessions are being scheduled, with a possible dedicated Slack channel to speed up onboarding.</a:t>
            </a:r>
          </a:p>
          <a:p>
            <a:endParaRPr lang="en-US" sz="1215" dirty="0">
              <a:latin typeface="Arial" panose="020B0604020202020204" pitchFamily="34" charset="0"/>
              <a:cs typeface="Arial" panose="020B0604020202020204" pitchFamily="34" charset="0"/>
            </a:endParaRPr>
          </a:p>
          <a:p>
            <a:r>
              <a:rPr lang="en-US" sz="1215" dirty="0" err="1">
                <a:latin typeface="Arial" panose="020B0604020202020204" pitchFamily="34" charset="0"/>
                <a:cs typeface="Arial" panose="020B0604020202020204" pitchFamily="34" charset="0"/>
              </a:rPr>
              <a:t>Foxxum</a:t>
            </a:r>
            <a:r>
              <a:rPr lang="en-US" sz="1215" dirty="0">
                <a:latin typeface="Arial" panose="020B0604020202020204" pitchFamily="34" charset="0"/>
                <a:cs typeface="Arial" panose="020B0604020202020204" pitchFamily="34" charset="0"/>
              </a:rPr>
              <a:t> - Technical discovery is progressing well, with both teams aligned on the target architecture for authentication, subscription, playback, and platform integration. Focus is now shifting from architecture to execution: documentation, provisioning </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finalizing API definitions, and validating implementation across platforms. No major blockers were identified, though documentation and third-party environment delays remain a watch item.</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Platform Engineering (Website &amp; Mobile) On the new website, the front-end foundation shipped and CMS, carousel,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and Adobe Pass work are all progressing, alongside an early proof-of-concept test of the video player. On mobile, the app moved off mock data onto the live backend across Home, Live, Schedule, and Tournaments, entitlement and login groundwork is in place ahead of the real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backend, and DRM stubs were handed to Amagi for integration testing.</a:t>
            </a:r>
          </a:p>
        </p:txBody>
      </p:sp>
      <p:sp>
        <p:nvSpPr>
          <p:cNvPr id="21" name="Text 19"/>
          <p:cNvSpPr/>
          <p:nvPr/>
        </p:nvSpPr>
        <p:spPr>
          <a:xfrm>
            <a:off x="231458" y="1787423"/>
            <a:ext cx="12020051" cy="4832833"/>
          </a:xfrm>
          <a:prstGeom prst="rect">
            <a:avLst/>
          </a:prstGeom>
          <a:noFill/>
          <a:ln/>
        </p:spPr>
        <p:txBody>
          <a:bodyPr wrap="square" rtlCol="0" anchor="t"/>
          <a:lstStyle/>
          <a:p>
            <a:pPr>
              <a:spcAft>
                <a:spcPts val="608"/>
              </a:spcAft>
            </a:pPr>
            <a:endParaRPr lang="en-US" sz="1164"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15,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from TC legal, Bitmovin reviewing.</a:t>
            </a:r>
            <a:endParaRPr lang="en-US" sz="650" dirty="0"/>
          </a:p>
        </p:txBody>
      </p:sp>
      <p:sp>
        <p:nvSpPr>
          <p:cNvPr id="11" name="Shape 9"/>
          <p:cNvSpPr/>
          <p:nvPr/>
        </p:nvSpPr>
        <p:spPr>
          <a:xfrm>
            <a:off x="5230368" y="955548"/>
            <a:ext cx="822960" cy="173736"/>
          </a:xfrm>
          <a:prstGeom prst="roundRect">
            <a:avLst>
              <a:gd name="adj" fmla="val 15789"/>
            </a:avLst>
          </a:prstGeom>
          <a:solidFill>
            <a:srgbClr val="1558A8"/>
          </a:solidFill>
          <a:ln w="12700">
            <a:solidFill>
              <a:srgbClr val="1558A8"/>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Amagi Contract Cost Review: Provide Sinclair with details on cost savings for Amagi by following up with Mike Kralik and Kevin Kotlove. (Ari)</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contract sent out to FOXXUM for review on 7/2.</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Discussions will begin end of week or first week of July. Due by end of July.</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Migrated the app off mock data onto the live backend (Home, Live, Schedule, Tournaments now show real content and real playback). Shipped ~35 merged updates.</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Prototyping Auth0/Cleeng login, building out CMS widget support, and standing up Adobe Pass provider management. Carousel page engine and backend refresh API delivered.</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Moving control of Tennis Channel's website hosting setup in-house — same approach already used successfully for Tennis.com — giving us more control ahead of launch.</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endParaRPr lang="en-US" sz="650" dirty="0"/>
          </a:p>
        </p:txBody>
      </p:sp>
      <p:sp>
        <p:nvSpPr>
          <p:cNvPr id="63" name="Shape 61"/>
          <p:cNvSpPr/>
          <p:nvPr/>
        </p:nvSpPr>
        <p:spPr>
          <a:xfrm>
            <a:off x="11375136" y="3076956"/>
            <a:ext cx="822960" cy="173736"/>
          </a:xfrm>
          <a:prstGeom prst="roundRect">
            <a:avLst>
              <a:gd name="adj" fmla="val 15789"/>
            </a:avLst>
          </a:prstGeom>
          <a:solidFill>
            <a:srgbClr val="F3F4F6"/>
          </a:solidFill>
          <a:ln w="9525">
            <a:solidFill>
              <a:srgbClr val="D1D5DB"/>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Adobe Pass integration underway for MVPD access; CMS-based provider management being brought into the web app, with basic prototypes built and currently hardcoded to DirecTV for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Prototyped the video experience: exploratory test of the BitMovin player APIs — a proof-of-concept, not the final player.</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Testing E2E experience: Merchandising, sign-in flow, MVPD, Cleeng, replays.</a:t>
            </a:r>
            <a:endParaRPr lang="en-US" sz="650" dirty="0"/>
          </a:p>
        </p:txBody>
      </p:sp>
      <p:sp>
        <p:nvSpPr>
          <p:cNvPr id="106" name="Shape 104"/>
          <p:cNvSpPr/>
          <p:nvPr/>
        </p:nvSpPr>
        <p:spPr>
          <a:xfrm>
            <a:off x="11375136" y="6729984"/>
            <a:ext cx="822960" cy="173736"/>
          </a:xfrm>
          <a:prstGeom prst="roundRect">
            <a:avLst>
              <a:gd name="adj" fmla="val 15789"/>
            </a:avLst>
          </a:prstGeom>
          <a:solidFill>
            <a:srgbClr val="F3F4F6"/>
          </a:solidFill>
          <a:ln w="9525">
            <a:solidFill>
              <a:srgbClr val="D1D5DB"/>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6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76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
        <p:nvSpPr>
          <p:cNvPr id="20" name="Shape 18"/>
          <p:cNvSpPr/>
          <p:nvPr/>
        </p:nvSpPr>
        <p:spPr>
          <a:xfrm>
            <a:off x="164592" y="804672"/>
            <a:ext cx="9116568" cy="1170432"/>
          </a:xfrm>
          <a:prstGeom prst="rect">
            <a:avLst/>
          </a:prstGeom>
          <a:solidFill>
            <a:srgbClr val="FAFBFC"/>
          </a:solidFill>
          <a:ln w="6350">
            <a:solidFill>
              <a:srgbClr val="E5E7EB"/>
            </a:solidFill>
            <a:prstDash val="solid"/>
          </a:ln>
        </p:spPr>
      </p:sp>
      <p:sp>
        <p:nvSpPr>
          <p:cNvPr id="21" name="Shape 19"/>
          <p:cNvSpPr/>
          <p:nvPr/>
        </p:nvSpPr>
        <p:spPr>
          <a:xfrm>
            <a:off x="182880" y="877824"/>
            <a:ext cx="859536" cy="1024128"/>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2029968"/>
            <a:ext cx="9116568" cy="1170432"/>
          </a:xfrm>
          <a:prstGeom prst="rect">
            <a:avLst/>
          </a:prstGeom>
          <a:solidFill>
            <a:srgbClr val="FFFFFF"/>
          </a:solidFill>
          <a:ln w="6350">
            <a:solidFill>
              <a:srgbClr val="E5E7EB"/>
            </a:solidFill>
            <a:prstDash val="solid"/>
          </a:ln>
        </p:spPr>
      </p:sp>
      <p:sp>
        <p:nvSpPr>
          <p:cNvPr id="53" name="Shape 51"/>
          <p:cNvSpPr/>
          <p:nvPr/>
        </p:nvSpPr>
        <p:spPr>
          <a:xfrm>
            <a:off x="182880" y="2103120"/>
            <a:ext cx="859536" cy="1024128"/>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2103120"/>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2075688"/>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295144"/>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505456"/>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295144"/>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505456"/>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295144"/>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505456"/>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295144"/>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505456"/>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295144"/>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505456"/>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295144"/>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505456"/>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3255264"/>
            <a:ext cx="9116568" cy="1170432"/>
          </a:xfrm>
          <a:prstGeom prst="rect">
            <a:avLst/>
          </a:prstGeom>
          <a:solidFill>
            <a:srgbClr val="FAFBFC"/>
          </a:solidFill>
          <a:ln w="6350">
            <a:solidFill>
              <a:srgbClr val="E5E7EB"/>
            </a:solidFill>
            <a:prstDash val="solid"/>
          </a:ln>
        </p:spPr>
      </p:sp>
      <p:sp>
        <p:nvSpPr>
          <p:cNvPr id="81" name="Shape 79"/>
          <p:cNvSpPr/>
          <p:nvPr/>
        </p:nvSpPr>
        <p:spPr>
          <a:xfrm>
            <a:off x="182880" y="3328416"/>
            <a:ext cx="859536" cy="1024128"/>
          </a:xfrm>
          <a:prstGeom prst="roundRect">
            <a:avLst>
              <a:gd name="adj" fmla="val 5319"/>
            </a:avLst>
          </a:prstGeom>
          <a:solidFill>
            <a:srgbClr val="9CA3AF"/>
          </a:solidFill>
          <a:ln w="12700">
            <a:solidFill>
              <a:srgbClr val="9CA3AF"/>
            </a:solidFill>
            <a:prstDash val="solid"/>
          </a:ln>
        </p:spPr>
      </p:sp>
      <p:sp>
        <p:nvSpPr>
          <p:cNvPr id="82" name="Text 80"/>
          <p:cNvSpPr/>
          <p:nvPr/>
        </p:nvSpPr>
        <p:spPr>
          <a:xfrm>
            <a:off x="182880" y="3328416"/>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3300984"/>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5 In Progress</a:t>
            </a:r>
            <a:endParaRPr lang="en-US" sz="750" dirty="0"/>
          </a:p>
        </p:txBody>
      </p:sp>
      <p:sp>
        <p:nvSpPr>
          <p:cNvPr id="84" name="Shape 82"/>
          <p:cNvSpPr/>
          <p:nvPr/>
        </p:nvSpPr>
        <p:spPr>
          <a:xfrm>
            <a:off x="1170432" y="3520440"/>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730752"/>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520440"/>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730752"/>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520440"/>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730752"/>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520440"/>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730752"/>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520440"/>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730752"/>
            <a:ext cx="932688" cy="155448"/>
          </a:xfrm>
          <a:prstGeom prst="roundRect">
            <a:avLst>
              <a:gd name="adj" fmla="val 17647"/>
            </a:avLst>
          </a:prstGeom>
          <a:solidFill>
            <a:srgbClr val="F3F4F6"/>
          </a:solidFill>
          <a:ln w="9525">
            <a:solidFill>
              <a:srgbClr val="D1D5DB"/>
            </a:solidFill>
            <a:prstDash val="solid"/>
          </a:ln>
        </p:spPr>
      </p:sp>
      <p:sp>
        <p:nvSpPr>
          <p:cNvPr id="103" name="Text 101"/>
          <p:cNvSpPr/>
          <p:nvPr/>
        </p:nvSpPr>
        <p:spPr>
          <a:xfrm>
            <a:off x="5230368"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4" name="Shape 102"/>
          <p:cNvSpPr/>
          <p:nvPr/>
        </p:nvSpPr>
        <p:spPr>
          <a:xfrm>
            <a:off x="164592" y="4480560"/>
            <a:ext cx="9116568" cy="1170432"/>
          </a:xfrm>
          <a:prstGeom prst="rect">
            <a:avLst/>
          </a:prstGeom>
          <a:solidFill>
            <a:srgbClr val="FFFFFF"/>
          </a:solidFill>
          <a:ln w="6350">
            <a:solidFill>
              <a:srgbClr val="E5E7EB"/>
            </a:solidFill>
            <a:prstDash val="solid"/>
          </a:ln>
        </p:spPr>
      </p:sp>
      <p:sp>
        <p:nvSpPr>
          <p:cNvPr id="105" name="Shape 103"/>
          <p:cNvSpPr/>
          <p:nvPr/>
        </p:nvSpPr>
        <p:spPr>
          <a:xfrm>
            <a:off x="182880" y="4553712"/>
            <a:ext cx="859536" cy="1024128"/>
          </a:xfrm>
          <a:prstGeom prst="roundRect">
            <a:avLst>
              <a:gd name="adj" fmla="val 5319"/>
            </a:avLst>
          </a:prstGeom>
          <a:solidFill>
            <a:srgbClr val="9CA3AF"/>
          </a:solidFill>
          <a:ln w="12700">
            <a:solidFill>
              <a:srgbClr val="9CA3AF"/>
            </a:solidFill>
            <a:prstDash val="solid"/>
          </a:ln>
        </p:spPr>
      </p:sp>
      <p:sp>
        <p:nvSpPr>
          <p:cNvPr id="106" name="Text 104"/>
          <p:cNvSpPr/>
          <p:nvPr/>
        </p:nvSpPr>
        <p:spPr>
          <a:xfrm>
            <a:off x="182880" y="4553712"/>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4526280"/>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108" name="Shape 106"/>
          <p:cNvSpPr/>
          <p:nvPr/>
        </p:nvSpPr>
        <p:spPr>
          <a:xfrm>
            <a:off x="1170432" y="4745736"/>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956048"/>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745736"/>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956048"/>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745736"/>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956048"/>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745736"/>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956048"/>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745736"/>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956048"/>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745736"/>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956048"/>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745736"/>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956048"/>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956048"/>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745736"/>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956048"/>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956048"/>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5202936"/>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52029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5413248"/>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54132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5705856"/>
            <a:ext cx="9116568" cy="1170432"/>
          </a:xfrm>
          <a:prstGeom prst="rect">
            <a:avLst/>
          </a:prstGeom>
          <a:solidFill>
            <a:srgbClr val="FAFBFC"/>
          </a:solidFill>
          <a:ln w="6350">
            <a:solidFill>
              <a:srgbClr val="E5E7EB"/>
            </a:solidFill>
            <a:prstDash val="solid"/>
          </a:ln>
        </p:spPr>
      </p:sp>
      <p:sp>
        <p:nvSpPr>
          <p:cNvPr id="145" name="Shape 143"/>
          <p:cNvSpPr/>
          <p:nvPr/>
        </p:nvSpPr>
        <p:spPr>
          <a:xfrm>
            <a:off x="182880" y="5779008"/>
            <a:ext cx="859536" cy="1024128"/>
          </a:xfrm>
          <a:prstGeom prst="roundRect">
            <a:avLst>
              <a:gd name="adj" fmla="val 5319"/>
            </a:avLst>
          </a:prstGeom>
          <a:solidFill>
            <a:srgbClr val="9CA3AF"/>
          </a:solidFill>
          <a:ln w="12700">
            <a:solidFill>
              <a:srgbClr val="9CA3AF"/>
            </a:solidFill>
            <a:prstDash val="solid"/>
          </a:ln>
        </p:spPr>
      </p:sp>
      <p:sp>
        <p:nvSpPr>
          <p:cNvPr id="146" name="Text 144"/>
          <p:cNvSpPr/>
          <p:nvPr/>
        </p:nvSpPr>
        <p:spPr>
          <a:xfrm>
            <a:off x="182880" y="5779008"/>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5751576"/>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48" name="Shape 146"/>
          <p:cNvSpPr/>
          <p:nvPr/>
        </p:nvSpPr>
        <p:spPr>
          <a:xfrm>
            <a:off x="1170432" y="5971032"/>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6181344"/>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971032"/>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6181344"/>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971032"/>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6181344"/>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971032"/>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6181344"/>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971032"/>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6181344"/>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971032"/>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6181344"/>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9372600" y="804672"/>
            <a:ext cx="2834640" cy="6071616"/>
          </a:xfrm>
          <a:prstGeom prst="rect">
            <a:avLst/>
          </a:prstGeom>
          <a:solidFill>
            <a:srgbClr val="F8FAFB"/>
          </a:solidFill>
          <a:ln w="12700">
            <a:solidFill>
              <a:srgbClr val="DDE1E6"/>
            </a:solidFill>
            <a:prstDash val="solid"/>
          </a:ln>
        </p:spPr>
      </p:sp>
      <p:sp>
        <p:nvSpPr>
          <p:cNvPr id="173" name="Text 171"/>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74" name="Shape 172"/>
          <p:cNvSpPr/>
          <p:nvPr/>
        </p:nvSpPr>
        <p:spPr>
          <a:xfrm>
            <a:off x="9464040" y="1225296"/>
            <a:ext cx="2670048" cy="420624"/>
          </a:xfrm>
          <a:prstGeom prst="rect">
            <a:avLst/>
          </a:prstGeom>
          <a:solidFill>
            <a:srgbClr val="FFFFFF"/>
          </a:solidFill>
          <a:ln w="6350">
            <a:solidFill>
              <a:srgbClr val="E5E7EB"/>
            </a:solidFill>
            <a:prstDash val="solid"/>
          </a:ln>
        </p:spPr>
      </p:sp>
      <p:sp>
        <p:nvSpPr>
          <p:cNvPr id="175" name="Shape 173"/>
          <p:cNvSpPr/>
          <p:nvPr/>
        </p:nvSpPr>
        <p:spPr>
          <a:xfrm>
            <a:off x="9537192" y="1316736"/>
            <a:ext cx="109728" cy="109728"/>
          </a:xfrm>
          <a:prstGeom prst="ellipse">
            <a:avLst/>
          </a:prstGeom>
          <a:solidFill>
            <a:srgbClr val="16A34A"/>
          </a:solidFill>
          <a:ln w="12700">
            <a:solidFill>
              <a:srgbClr val="16A34A"/>
            </a:solidFill>
            <a:prstDash val="solid"/>
          </a:ln>
        </p:spPr>
      </p:sp>
      <p:sp>
        <p:nvSpPr>
          <p:cNvPr id="176" name="Text 174"/>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77" name="Text 175"/>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78" name="Shape 176"/>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79" name="Text 177"/>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80" name="Shape 178"/>
          <p:cNvSpPr/>
          <p:nvPr/>
        </p:nvSpPr>
        <p:spPr>
          <a:xfrm>
            <a:off x="9464040" y="1700784"/>
            <a:ext cx="2670048" cy="420624"/>
          </a:xfrm>
          <a:prstGeom prst="rect">
            <a:avLst/>
          </a:prstGeom>
          <a:solidFill>
            <a:srgbClr val="FFFFFF"/>
          </a:solidFill>
          <a:ln w="6350">
            <a:solidFill>
              <a:srgbClr val="E5E7EB"/>
            </a:solidFill>
            <a:prstDash val="solid"/>
          </a:ln>
        </p:spPr>
      </p:sp>
      <p:sp>
        <p:nvSpPr>
          <p:cNvPr id="181" name="Shape 179"/>
          <p:cNvSpPr/>
          <p:nvPr/>
        </p:nvSpPr>
        <p:spPr>
          <a:xfrm>
            <a:off x="9537192" y="1792224"/>
            <a:ext cx="109728" cy="109728"/>
          </a:xfrm>
          <a:prstGeom prst="ellipse">
            <a:avLst/>
          </a:prstGeom>
          <a:solidFill>
            <a:srgbClr val="1558A8"/>
          </a:solidFill>
          <a:ln w="12700">
            <a:solidFill>
              <a:srgbClr val="1558A8"/>
            </a:solidFill>
            <a:prstDash val="solid"/>
          </a:ln>
        </p:spPr>
      </p:sp>
      <p:sp>
        <p:nvSpPr>
          <p:cNvPr id="182" name="Text 180"/>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83" name="Text 181"/>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84" name="Shape 182"/>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85" name="Text 183"/>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86" name="Shape 184"/>
          <p:cNvSpPr/>
          <p:nvPr/>
        </p:nvSpPr>
        <p:spPr>
          <a:xfrm>
            <a:off x="9464040" y="2176272"/>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2267712"/>
            <a:ext cx="109728" cy="109728"/>
          </a:xfrm>
          <a:prstGeom prst="ellipse">
            <a:avLst/>
          </a:prstGeom>
          <a:solidFill>
            <a:srgbClr val="9CA3AF"/>
          </a:solidFill>
          <a:ln w="12700">
            <a:solidFill>
              <a:srgbClr val="9CA3AF"/>
            </a:solidFill>
            <a:prstDash val="solid"/>
          </a:ln>
        </p:spPr>
      </p:sp>
      <p:sp>
        <p:nvSpPr>
          <p:cNvPr id="188" name="Text 186"/>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89" name="Text 187"/>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90" name="Shape 188"/>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91" name="Text 189"/>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92" name="Shape 190"/>
          <p:cNvSpPr/>
          <p:nvPr/>
        </p:nvSpPr>
        <p:spPr>
          <a:xfrm>
            <a:off x="9464040" y="2651760"/>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2743200"/>
            <a:ext cx="109728" cy="109728"/>
          </a:xfrm>
          <a:prstGeom prst="ellipse">
            <a:avLst/>
          </a:prstGeom>
          <a:solidFill>
            <a:srgbClr val="9CA3AF"/>
          </a:solidFill>
          <a:ln w="12700">
            <a:solidFill>
              <a:srgbClr val="9CA3AF"/>
            </a:solidFill>
            <a:prstDash val="solid"/>
          </a:ln>
        </p:spPr>
      </p:sp>
      <p:sp>
        <p:nvSpPr>
          <p:cNvPr id="194" name="Text 192"/>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95" name="Text 193"/>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96" name="Shape 194"/>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97" name="Text 195"/>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98" name="Shape 196"/>
          <p:cNvSpPr/>
          <p:nvPr/>
        </p:nvSpPr>
        <p:spPr>
          <a:xfrm>
            <a:off x="9482328" y="3200400"/>
            <a:ext cx="2633472" cy="0"/>
          </a:xfrm>
          <a:prstGeom prst="line">
            <a:avLst/>
          </a:prstGeom>
          <a:noFill/>
          <a:ln w="9525">
            <a:solidFill>
              <a:srgbClr val="DDE1E6"/>
            </a:solidFill>
            <a:prstDash val="solid"/>
          </a:ln>
        </p:spPr>
      </p:sp>
      <p:sp>
        <p:nvSpPr>
          <p:cNvPr id="199" name="Text 197"/>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00" name="Shape 198"/>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01" name="Text 199"/>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02" name="Text 200"/>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03" name="Shape 201"/>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04" name="Text 202"/>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05" name="Text 203"/>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06" name="Shape 204"/>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07" name="Text 205"/>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08" name="Text 206"/>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09" name="Shape 207"/>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10" name="Text 208"/>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11" name="Text 209"/>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12" name="Shape 210"/>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13" name="Text 211"/>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14" name="Text 212"/>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4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76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164592" y="6931152"/>
            <a:ext cx="9116568" cy="1476756"/>
          </a:xfrm>
          <a:prstGeom prst="rect">
            <a:avLst/>
          </a:prstGeom>
          <a:solidFill>
            <a:srgbClr val="FAFBFC"/>
          </a:solidFill>
          <a:ln w="6350">
            <a:solidFill>
              <a:srgbClr val="E5E7EB"/>
            </a:solidFill>
            <a:prstDash val="solid"/>
          </a:ln>
        </p:spPr>
      </p:sp>
      <p:sp>
        <p:nvSpPr>
          <p:cNvPr id="117" name="Shape 115"/>
          <p:cNvSpPr/>
          <p:nvPr/>
        </p:nvSpPr>
        <p:spPr>
          <a:xfrm>
            <a:off x="182880" y="7004304"/>
            <a:ext cx="859536" cy="1330452"/>
          </a:xfrm>
          <a:prstGeom prst="roundRect">
            <a:avLst>
              <a:gd name="adj" fmla="val 5319"/>
            </a:avLst>
          </a:prstGeom>
          <a:solidFill>
            <a:srgbClr val="9CA3AF"/>
          </a:solidFill>
          <a:ln w="12700">
            <a:solidFill>
              <a:srgbClr val="9CA3AF"/>
            </a:solidFill>
            <a:prstDash val="solid"/>
          </a:ln>
        </p:spPr>
      </p:sp>
      <p:sp>
        <p:nvSpPr>
          <p:cNvPr id="118" name="Text 116"/>
          <p:cNvSpPr/>
          <p:nvPr/>
        </p:nvSpPr>
        <p:spPr>
          <a:xfrm>
            <a:off x="182880" y="700430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NPAW</a:t>
            </a:r>
            <a:endParaRPr lang="en-US" sz="800" dirty="0"/>
          </a:p>
          <a:p>
            <a:pPr algn="ctr" indent="0" marL="0">
              <a:buNone/>
            </a:pPr>
            <a:r>
              <a:rPr lang="en-US" sz="800" b="1" dirty="0">
                <a:solidFill>
                  <a:srgbClr val="FFFFFF"/>
                </a:solidFill>
              </a:rPr>
              <a:t>Historical</a:t>
            </a:r>
            <a:endParaRPr lang="en-US" sz="800" dirty="0"/>
          </a:p>
        </p:txBody>
      </p:sp>
      <p:sp>
        <p:nvSpPr>
          <p:cNvPr id="119" name="Text 117"/>
          <p:cNvSpPr/>
          <p:nvPr/>
        </p:nvSpPr>
        <p:spPr>
          <a:xfrm>
            <a:off x="1170432" y="69768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0 / 1 In Progress</a:t>
            </a:r>
            <a:endParaRPr lang="en-US" sz="750" dirty="0"/>
          </a:p>
        </p:txBody>
      </p:sp>
      <p:sp>
        <p:nvSpPr>
          <p:cNvPr id="120" name="Shape 118"/>
          <p:cNvSpPr/>
          <p:nvPr/>
        </p:nvSpPr>
        <p:spPr>
          <a:xfrm>
            <a:off x="1170432" y="719632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1170432" y="71963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22" name="Shape 120"/>
          <p:cNvSpPr/>
          <p:nvPr/>
        </p:nvSpPr>
        <p:spPr>
          <a:xfrm>
            <a:off x="1170432" y="740664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1170432" y="740664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164592" y="8462772"/>
            <a:ext cx="9116568" cy="1476756"/>
          </a:xfrm>
          <a:prstGeom prst="rect">
            <a:avLst/>
          </a:prstGeom>
          <a:solidFill>
            <a:srgbClr val="FFFFFF"/>
          </a:solidFill>
          <a:ln w="6350">
            <a:solidFill>
              <a:srgbClr val="E5E7EB"/>
            </a:solidFill>
            <a:prstDash val="solid"/>
          </a:ln>
        </p:spPr>
      </p:sp>
      <p:sp>
        <p:nvSpPr>
          <p:cNvPr id="125" name="Shape 123"/>
          <p:cNvSpPr/>
          <p:nvPr/>
        </p:nvSpPr>
        <p:spPr>
          <a:xfrm>
            <a:off x="182880" y="8535924"/>
            <a:ext cx="859536" cy="1330452"/>
          </a:xfrm>
          <a:prstGeom prst="roundRect">
            <a:avLst>
              <a:gd name="adj" fmla="val 5319"/>
            </a:avLst>
          </a:prstGeom>
          <a:solidFill>
            <a:srgbClr val="9CA3AF"/>
          </a:solidFill>
          <a:ln w="12700">
            <a:solidFill>
              <a:srgbClr val="9CA3AF"/>
            </a:solidFill>
            <a:prstDash val="solid"/>
          </a:ln>
        </p:spPr>
      </p:sp>
      <p:sp>
        <p:nvSpPr>
          <p:cNvPr id="126" name="Text 124"/>
          <p:cNvSpPr/>
          <p:nvPr/>
        </p:nvSpPr>
        <p:spPr>
          <a:xfrm>
            <a:off x="182880" y="85359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Cleeng</a:t>
            </a:r>
            <a:endParaRPr lang="en-US" sz="800" dirty="0"/>
          </a:p>
          <a:p>
            <a:pPr algn="ctr" indent="0" marL="0">
              <a:buNone/>
            </a:pPr>
            <a:r>
              <a:rPr lang="en-US" sz="800" b="1" dirty="0">
                <a:solidFill>
                  <a:srgbClr val="FFFFFF"/>
                </a:solidFill>
              </a:rPr>
              <a:t>Historical and Ongoing</a:t>
            </a:r>
            <a:endParaRPr lang="en-US" sz="800" dirty="0"/>
          </a:p>
        </p:txBody>
      </p:sp>
      <p:sp>
        <p:nvSpPr>
          <p:cNvPr id="127" name="Text 125"/>
          <p:cNvSpPr/>
          <p:nvPr/>
        </p:nvSpPr>
        <p:spPr>
          <a:xfrm>
            <a:off x="1170432" y="85084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1 In Progress</a:t>
            </a:r>
            <a:endParaRPr lang="en-US" sz="750" dirty="0"/>
          </a:p>
        </p:txBody>
      </p:sp>
      <p:sp>
        <p:nvSpPr>
          <p:cNvPr id="128" name="Shape 126"/>
          <p:cNvSpPr/>
          <p:nvPr/>
        </p:nvSpPr>
        <p:spPr>
          <a:xfrm>
            <a:off x="1170432" y="8727948"/>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1170432" y="87279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30" name="Shape 128"/>
          <p:cNvSpPr/>
          <p:nvPr/>
        </p:nvSpPr>
        <p:spPr>
          <a:xfrm>
            <a:off x="1170432" y="8938260"/>
            <a:ext cx="932688" cy="155448"/>
          </a:xfrm>
          <a:prstGeom prst="roundRect">
            <a:avLst>
              <a:gd name="adj" fmla="val 17647"/>
            </a:avLst>
          </a:prstGeom>
          <a:solidFill>
            <a:srgbClr val="1558A8"/>
          </a:solidFill>
          <a:ln w="12700">
            <a:solidFill>
              <a:srgbClr val="1558A8"/>
            </a:solidFill>
            <a:prstDash val="solid"/>
          </a:ln>
        </p:spPr>
      </p:sp>
      <p:sp>
        <p:nvSpPr>
          <p:cNvPr id="131" name="Text 129"/>
          <p:cNvSpPr/>
          <p:nvPr/>
        </p:nvSpPr>
        <p:spPr>
          <a:xfrm>
            <a:off x="1170432" y="89382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2" name="Shape 130"/>
          <p:cNvSpPr/>
          <p:nvPr/>
        </p:nvSpPr>
        <p:spPr>
          <a:xfrm>
            <a:off x="9372600" y="804672"/>
            <a:ext cx="2834640" cy="6071616"/>
          </a:xfrm>
          <a:prstGeom prst="rect">
            <a:avLst/>
          </a:prstGeom>
          <a:solidFill>
            <a:srgbClr val="F8FAFB"/>
          </a:solidFill>
          <a:ln w="12700">
            <a:solidFill>
              <a:srgbClr val="DDE1E6"/>
            </a:solidFill>
            <a:prstDash val="solid"/>
          </a:ln>
        </p:spPr>
      </p:sp>
      <p:sp>
        <p:nvSpPr>
          <p:cNvPr id="133" name="Text 131"/>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34" name="Shape 132"/>
          <p:cNvSpPr/>
          <p:nvPr/>
        </p:nvSpPr>
        <p:spPr>
          <a:xfrm>
            <a:off x="9464040" y="1225296"/>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1316736"/>
            <a:ext cx="109728" cy="109728"/>
          </a:xfrm>
          <a:prstGeom prst="ellipse">
            <a:avLst/>
          </a:prstGeom>
          <a:solidFill>
            <a:srgbClr val="16A34A"/>
          </a:solidFill>
          <a:ln w="12700">
            <a:solidFill>
              <a:srgbClr val="16A34A"/>
            </a:solidFill>
            <a:prstDash val="solid"/>
          </a:ln>
        </p:spPr>
      </p:sp>
      <p:sp>
        <p:nvSpPr>
          <p:cNvPr id="136" name="Text 134"/>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37" name="Text 135"/>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8" name="Shape 136"/>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9" name="Text 137"/>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0" name="Shape 138"/>
          <p:cNvSpPr/>
          <p:nvPr/>
        </p:nvSpPr>
        <p:spPr>
          <a:xfrm>
            <a:off x="9464040" y="1700784"/>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1792224"/>
            <a:ext cx="109728" cy="109728"/>
          </a:xfrm>
          <a:prstGeom prst="ellipse">
            <a:avLst/>
          </a:prstGeom>
          <a:solidFill>
            <a:srgbClr val="1558A8"/>
          </a:solidFill>
          <a:ln w="12700">
            <a:solidFill>
              <a:srgbClr val="1558A8"/>
            </a:solidFill>
            <a:prstDash val="solid"/>
          </a:ln>
        </p:spPr>
      </p:sp>
      <p:sp>
        <p:nvSpPr>
          <p:cNvPr id="142" name="Text 140"/>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43" name="Text 141"/>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44" name="Shape 142"/>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45" name="Text 143"/>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46" name="Shape 144"/>
          <p:cNvSpPr/>
          <p:nvPr/>
        </p:nvSpPr>
        <p:spPr>
          <a:xfrm>
            <a:off x="9464040" y="2176272"/>
            <a:ext cx="2670048" cy="420624"/>
          </a:xfrm>
          <a:prstGeom prst="rect">
            <a:avLst/>
          </a:prstGeom>
          <a:solidFill>
            <a:srgbClr val="FFFFFF"/>
          </a:solidFill>
          <a:ln w="6350">
            <a:solidFill>
              <a:srgbClr val="E5E7EB"/>
            </a:solidFill>
            <a:prstDash val="solid"/>
          </a:ln>
        </p:spPr>
      </p:sp>
      <p:sp>
        <p:nvSpPr>
          <p:cNvPr id="147" name="Shape 145"/>
          <p:cNvSpPr/>
          <p:nvPr/>
        </p:nvSpPr>
        <p:spPr>
          <a:xfrm>
            <a:off x="9537192" y="2267712"/>
            <a:ext cx="109728" cy="109728"/>
          </a:xfrm>
          <a:prstGeom prst="ellipse">
            <a:avLst/>
          </a:prstGeom>
          <a:solidFill>
            <a:srgbClr val="9CA3AF"/>
          </a:solidFill>
          <a:ln w="12700">
            <a:solidFill>
              <a:srgbClr val="9CA3AF"/>
            </a:solidFill>
            <a:prstDash val="solid"/>
          </a:ln>
        </p:spPr>
      </p:sp>
      <p:sp>
        <p:nvSpPr>
          <p:cNvPr id="148" name="Text 146"/>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9" name="Text 147"/>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0" name="Shape 148"/>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51" name="Text 149"/>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2" name="Shape 150"/>
          <p:cNvSpPr/>
          <p:nvPr/>
        </p:nvSpPr>
        <p:spPr>
          <a:xfrm>
            <a:off x="9464040" y="2651760"/>
            <a:ext cx="2670048" cy="420624"/>
          </a:xfrm>
          <a:prstGeom prst="rect">
            <a:avLst/>
          </a:prstGeom>
          <a:solidFill>
            <a:srgbClr val="FFFFFF"/>
          </a:solidFill>
          <a:ln w="6350">
            <a:solidFill>
              <a:srgbClr val="E5E7EB"/>
            </a:solidFill>
            <a:prstDash val="solid"/>
          </a:ln>
        </p:spPr>
      </p:sp>
      <p:sp>
        <p:nvSpPr>
          <p:cNvPr id="153" name="Shape 151"/>
          <p:cNvSpPr/>
          <p:nvPr/>
        </p:nvSpPr>
        <p:spPr>
          <a:xfrm>
            <a:off x="9537192" y="2743200"/>
            <a:ext cx="109728" cy="109728"/>
          </a:xfrm>
          <a:prstGeom prst="ellipse">
            <a:avLst/>
          </a:prstGeom>
          <a:solidFill>
            <a:srgbClr val="9CA3AF"/>
          </a:solidFill>
          <a:ln w="12700">
            <a:solidFill>
              <a:srgbClr val="9CA3AF"/>
            </a:solidFill>
            <a:prstDash val="solid"/>
          </a:ln>
        </p:spPr>
      </p:sp>
      <p:sp>
        <p:nvSpPr>
          <p:cNvPr id="154" name="Text 152"/>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55" name="Text 153"/>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56" name="Shape 154"/>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57" name="Text 155"/>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8" name="Shape 156"/>
          <p:cNvSpPr/>
          <p:nvPr/>
        </p:nvSpPr>
        <p:spPr>
          <a:xfrm>
            <a:off x="9482328" y="3200400"/>
            <a:ext cx="2633472" cy="0"/>
          </a:xfrm>
          <a:prstGeom prst="line">
            <a:avLst/>
          </a:prstGeom>
          <a:noFill/>
          <a:ln w="9525">
            <a:solidFill>
              <a:srgbClr val="DDE1E6"/>
            </a:solidFill>
            <a:prstDash val="solid"/>
          </a:ln>
        </p:spPr>
      </p:sp>
      <p:sp>
        <p:nvSpPr>
          <p:cNvPr id="159" name="Text 157"/>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0" name="Shape 158"/>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61" name="Text 159"/>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62" name="Shape 160"/>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63" name="Text 161"/>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64" name="Shape 162"/>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65" name="Text 163"/>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66" name="Shape 164"/>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67" name="Text 165"/>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4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76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164592" y="6931152"/>
            <a:ext cx="9116568" cy="1476756"/>
          </a:xfrm>
          <a:prstGeom prst="rect">
            <a:avLst/>
          </a:prstGeom>
          <a:solidFill>
            <a:srgbClr val="FAFBFC"/>
          </a:solidFill>
          <a:ln w="6350">
            <a:solidFill>
              <a:srgbClr val="E5E7EB"/>
            </a:solidFill>
            <a:prstDash val="solid"/>
          </a:ln>
        </p:spPr>
      </p:sp>
      <p:sp>
        <p:nvSpPr>
          <p:cNvPr id="121" name="Shape 119"/>
          <p:cNvSpPr/>
          <p:nvPr/>
        </p:nvSpPr>
        <p:spPr>
          <a:xfrm>
            <a:off x="182880" y="7004304"/>
            <a:ext cx="859536" cy="1330452"/>
          </a:xfrm>
          <a:prstGeom prst="roundRect">
            <a:avLst>
              <a:gd name="adj" fmla="val 5319"/>
            </a:avLst>
          </a:prstGeom>
          <a:solidFill>
            <a:srgbClr val="9CA3AF"/>
          </a:solidFill>
          <a:ln w="12700">
            <a:solidFill>
              <a:srgbClr val="9CA3AF"/>
            </a:solidFill>
            <a:prstDash val="solid"/>
          </a:ln>
        </p:spPr>
      </p:sp>
      <p:sp>
        <p:nvSpPr>
          <p:cNvPr id="122" name="Text 120"/>
          <p:cNvSpPr/>
          <p:nvPr/>
        </p:nvSpPr>
        <p:spPr>
          <a:xfrm>
            <a:off x="182880" y="700430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NPAW</a:t>
            </a:r>
            <a:endParaRPr lang="en-US" sz="800" dirty="0"/>
          </a:p>
          <a:p>
            <a:pPr algn="ctr" indent="0" marL="0">
              <a:buNone/>
            </a:pPr>
            <a:r>
              <a:rPr lang="en-US" sz="800" b="1" dirty="0">
                <a:solidFill>
                  <a:srgbClr val="FFFFFF"/>
                </a:solidFill>
              </a:rPr>
              <a:t>Historical</a:t>
            </a:r>
            <a:endParaRPr lang="en-US" sz="800" dirty="0"/>
          </a:p>
        </p:txBody>
      </p:sp>
      <p:sp>
        <p:nvSpPr>
          <p:cNvPr id="123" name="Text 121"/>
          <p:cNvSpPr/>
          <p:nvPr/>
        </p:nvSpPr>
        <p:spPr>
          <a:xfrm>
            <a:off x="1170432" y="69768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0 / 1 In Progress</a:t>
            </a:r>
            <a:endParaRPr lang="en-US" sz="750" dirty="0"/>
          </a:p>
        </p:txBody>
      </p:sp>
      <p:sp>
        <p:nvSpPr>
          <p:cNvPr id="124" name="Shape 122"/>
          <p:cNvSpPr/>
          <p:nvPr/>
        </p:nvSpPr>
        <p:spPr>
          <a:xfrm>
            <a:off x="1170432" y="7196328"/>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1170432" y="71963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26" name="Shape 124"/>
          <p:cNvSpPr/>
          <p:nvPr/>
        </p:nvSpPr>
        <p:spPr>
          <a:xfrm>
            <a:off x="1170432" y="7406640"/>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1170432" y="740664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164592" y="8462772"/>
            <a:ext cx="9116568" cy="1476756"/>
          </a:xfrm>
          <a:prstGeom prst="rect">
            <a:avLst/>
          </a:prstGeom>
          <a:solidFill>
            <a:srgbClr val="FFFFFF"/>
          </a:solidFill>
          <a:ln w="6350">
            <a:solidFill>
              <a:srgbClr val="E5E7EB"/>
            </a:solidFill>
            <a:prstDash val="solid"/>
          </a:ln>
        </p:spPr>
      </p:sp>
      <p:sp>
        <p:nvSpPr>
          <p:cNvPr id="129" name="Shape 127"/>
          <p:cNvSpPr/>
          <p:nvPr/>
        </p:nvSpPr>
        <p:spPr>
          <a:xfrm>
            <a:off x="182880" y="8535924"/>
            <a:ext cx="859536" cy="1330452"/>
          </a:xfrm>
          <a:prstGeom prst="roundRect">
            <a:avLst>
              <a:gd name="adj" fmla="val 5319"/>
            </a:avLst>
          </a:prstGeom>
          <a:solidFill>
            <a:srgbClr val="9CA3AF"/>
          </a:solidFill>
          <a:ln w="12700">
            <a:solidFill>
              <a:srgbClr val="9CA3AF"/>
            </a:solidFill>
            <a:prstDash val="solid"/>
          </a:ln>
        </p:spPr>
      </p:sp>
      <p:sp>
        <p:nvSpPr>
          <p:cNvPr id="130" name="Text 128"/>
          <p:cNvSpPr/>
          <p:nvPr/>
        </p:nvSpPr>
        <p:spPr>
          <a:xfrm>
            <a:off x="182880" y="85359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Cleeng</a:t>
            </a:r>
            <a:endParaRPr lang="en-US" sz="800" dirty="0"/>
          </a:p>
          <a:p>
            <a:pPr algn="ctr" indent="0" marL="0">
              <a:buNone/>
            </a:pPr>
            <a:r>
              <a:rPr lang="en-US" sz="800" b="1" dirty="0">
                <a:solidFill>
                  <a:srgbClr val="FFFFFF"/>
                </a:solidFill>
              </a:rPr>
              <a:t>Historical and Ongoing</a:t>
            </a:r>
            <a:endParaRPr lang="en-US" sz="800" dirty="0"/>
          </a:p>
        </p:txBody>
      </p:sp>
      <p:sp>
        <p:nvSpPr>
          <p:cNvPr id="131" name="Text 129"/>
          <p:cNvSpPr/>
          <p:nvPr/>
        </p:nvSpPr>
        <p:spPr>
          <a:xfrm>
            <a:off x="1170432" y="85084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1 In Progress</a:t>
            </a:r>
            <a:endParaRPr lang="en-US" sz="750" dirty="0"/>
          </a:p>
        </p:txBody>
      </p:sp>
      <p:sp>
        <p:nvSpPr>
          <p:cNvPr id="132" name="Shape 130"/>
          <p:cNvSpPr/>
          <p:nvPr/>
        </p:nvSpPr>
        <p:spPr>
          <a:xfrm>
            <a:off x="1170432" y="8727948"/>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1170432" y="87279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34" name="Shape 132"/>
          <p:cNvSpPr/>
          <p:nvPr/>
        </p:nvSpPr>
        <p:spPr>
          <a:xfrm>
            <a:off x="1170432" y="8938260"/>
            <a:ext cx="932688" cy="155448"/>
          </a:xfrm>
          <a:prstGeom prst="roundRect">
            <a:avLst>
              <a:gd name="adj" fmla="val 17647"/>
            </a:avLst>
          </a:prstGeom>
          <a:solidFill>
            <a:srgbClr val="1558A8"/>
          </a:solidFill>
          <a:ln w="12700">
            <a:solidFill>
              <a:srgbClr val="1558A8"/>
            </a:solidFill>
            <a:prstDash val="solid"/>
          </a:ln>
        </p:spPr>
      </p:sp>
      <p:sp>
        <p:nvSpPr>
          <p:cNvPr id="135" name="Text 133"/>
          <p:cNvSpPr/>
          <p:nvPr/>
        </p:nvSpPr>
        <p:spPr>
          <a:xfrm>
            <a:off x="1170432" y="89382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6" name="Shape 134"/>
          <p:cNvSpPr/>
          <p:nvPr/>
        </p:nvSpPr>
        <p:spPr>
          <a:xfrm>
            <a:off x="9372600" y="804672"/>
            <a:ext cx="2834640" cy="6071616"/>
          </a:xfrm>
          <a:prstGeom prst="rect">
            <a:avLst/>
          </a:prstGeom>
          <a:solidFill>
            <a:srgbClr val="F8FAFB"/>
          </a:solidFill>
          <a:ln w="12700">
            <a:solidFill>
              <a:srgbClr val="DDE1E6"/>
            </a:solidFill>
            <a:prstDash val="solid"/>
          </a:ln>
        </p:spPr>
      </p:sp>
      <p:sp>
        <p:nvSpPr>
          <p:cNvPr id="137" name="Text 13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38" name="Shape 136"/>
          <p:cNvSpPr/>
          <p:nvPr/>
        </p:nvSpPr>
        <p:spPr>
          <a:xfrm>
            <a:off x="9464040" y="1225296"/>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1316736"/>
            <a:ext cx="109728" cy="109728"/>
          </a:xfrm>
          <a:prstGeom prst="ellipse">
            <a:avLst/>
          </a:prstGeom>
          <a:solidFill>
            <a:srgbClr val="16A34A"/>
          </a:solidFill>
          <a:ln w="12700">
            <a:solidFill>
              <a:srgbClr val="16A34A"/>
            </a:solidFill>
            <a:prstDash val="solid"/>
          </a:ln>
        </p:spPr>
      </p:sp>
      <p:sp>
        <p:nvSpPr>
          <p:cNvPr id="140" name="Text 13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1" name="Text 13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2" name="Shape 14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3" name="Text 14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4" name="Shape 142"/>
          <p:cNvSpPr/>
          <p:nvPr/>
        </p:nvSpPr>
        <p:spPr>
          <a:xfrm>
            <a:off x="9464040" y="1700784"/>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1792224"/>
            <a:ext cx="109728" cy="109728"/>
          </a:xfrm>
          <a:prstGeom prst="ellipse">
            <a:avLst/>
          </a:prstGeom>
          <a:solidFill>
            <a:srgbClr val="1558A8"/>
          </a:solidFill>
          <a:ln w="12700">
            <a:solidFill>
              <a:srgbClr val="1558A8"/>
            </a:solidFill>
            <a:prstDash val="solid"/>
          </a:ln>
        </p:spPr>
      </p:sp>
      <p:sp>
        <p:nvSpPr>
          <p:cNvPr id="146" name="Text 14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47" name="Text 14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48" name="Shape 14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49" name="Text 14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0" name="Shape 148"/>
          <p:cNvSpPr/>
          <p:nvPr/>
        </p:nvSpPr>
        <p:spPr>
          <a:xfrm>
            <a:off x="9464040" y="2176272"/>
            <a:ext cx="2670048" cy="420624"/>
          </a:xfrm>
          <a:prstGeom prst="rect">
            <a:avLst/>
          </a:prstGeom>
          <a:solidFill>
            <a:srgbClr val="FFFFFF"/>
          </a:solidFill>
          <a:ln w="6350">
            <a:solidFill>
              <a:srgbClr val="E5E7EB"/>
            </a:solidFill>
            <a:prstDash val="solid"/>
          </a:ln>
        </p:spPr>
      </p:sp>
      <p:sp>
        <p:nvSpPr>
          <p:cNvPr id="151" name="Shape 149"/>
          <p:cNvSpPr/>
          <p:nvPr/>
        </p:nvSpPr>
        <p:spPr>
          <a:xfrm>
            <a:off x="9537192" y="2267712"/>
            <a:ext cx="109728" cy="109728"/>
          </a:xfrm>
          <a:prstGeom prst="ellipse">
            <a:avLst/>
          </a:prstGeom>
          <a:solidFill>
            <a:srgbClr val="9CA3AF"/>
          </a:solidFill>
          <a:ln w="12700">
            <a:solidFill>
              <a:srgbClr val="9CA3AF"/>
            </a:solidFill>
            <a:prstDash val="solid"/>
          </a:ln>
        </p:spPr>
      </p:sp>
      <p:sp>
        <p:nvSpPr>
          <p:cNvPr id="152" name="Text 15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3" name="Text 15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4" name="Shape 15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55" name="Text 15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6" name="Shape 154"/>
          <p:cNvSpPr/>
          <p:nvPr/>
        </p:nvSpPr>
        <p:spPr>
          <a:xfrm>
            <a:off x="9464040" y="2651760"/>
            <a:ext cx="2670048" cy="420624"/>
          </a:xfrm>
          <a:prstGeom prst="rect">
            <a:avLst/>
          </a:prstGeom>
          <a:solidFill>
            <a:srgbClr val="FFFFFF"/>
          </a:solidFill>
          <a:ln w="6350">
            <a:solidFill>
              <a:srgbClr val="E5E7EB"/>
            </a:solidFill>
            <a:prstDash val="solid"/>
          </a:ln>
        </p:spPr>
      </p:sp>
      <p:sp>
        <p:nvSpPr>
          <p:cNvPr id="157" name="Shape 155"/>
          <p:cNvSpPr/>
          <p:nvPr/>
        </p:nvSpPr>
        <p:spPr>
          <a:xfrm>
            <a:off x="9537192" y="2743200"/>
            <a:ext cx="109728" cy="109728"/>
          </a:xfrm>
          <a:prstGeom prst="ellipse">
            <a:avLst/>
          </a:prstGeom>
          <a:solidFill>
            <a:srgbClr val="9CA3AF"/>
          </a:solidFill>
          <a:ln w="12700">
            <a:solidFill>
              <a:srgbClr val="9CA3AF"/>
            </a:solidFill>
            <a:prstDash val="solid"/>
          </a:ln>
        </p:spPr>
      </p:sp>
      <p:sp>
        <p:nvSpPr>
          <p:cNvPr id="158" name="Text 15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59" name="Text 15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0" name="Shape 15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1" name="Text 15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2" name="Shape 160"/>
          <p:cNvSpPr/>
          <p:nvPr/>
        </p:nvSpPr>
        <p:spPr>
          <a:xfrm>
            <a:off x="9482328" y="3200400"/>
            <a:ext cx="2633472" cy="0"/>
          </a:xfrm>
          <a:prstGeom prst="line">
            <a:avLst/>
          </a:prstGeom>
          <a:noFill/>
          <a:ln w="9525">
            <a:solidFill>
              <a:srgbClr val="DDE1E6"/>
            </a:solidFill>
            <a:prstDash val="solid"/>
          </a:ln>
        </p:spPr>
      </p:sp>
      <p:sp>
        <p:nvSpPr>
          <p:cNvPr id="163" name="Text 16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4" name="Shape 16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65" name="Text 16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66" name="Shape 16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67" name="Text 16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68" name="Shape 16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69" name="Text 16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0" name="Shape 16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1" name="Text 16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4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76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164592" y="6931152"/>
            <a:ext cx="9116568" cy="1476756"/>
          </a:xfrm>
          <a:prstGeom prst="rect">
            <a:avLst/>
          </a:prstGeom>
          <a:solidFill>
            <a:srgbClr val="FAFBFC"/>
          </a:solidFill>
          <a:ln w="6350">
            <a:solidFill>
              <a:srgbClr val="E5E7EB"/>
            </a:solidFill>
            <a:prstDash val="solid"/>
          </a:ln>
        </p:spPr>
      </p:sp>
      <p:sp>
        <p:nvSpPr>
          <p:cNvPr id="125" name="Shape 123"/>
          <p:cNvSpPr/>
          <p:nvPr/>
        </p:nvSpPr>
        <p:spPr>
          <a:xfrm>
            <a:off x="182880" y="7004304"/>
            <a:ext cx="859536" cy="1330452"/>
          </a:xfrm>
          <a:prstGeom prst="roundRect">
            <a:avLst>
              <a:gd name="adj" fmla="val 5319"/>
            </a:avLst>
          </a:prstGeom>
          <a:solidFill>
            <a:srgbClr val="9CA3AF"/>
          </a:solidFill>
          <a:ln w="12700">
            <a:solidFill>
              <a:srgbClr val="9CA3AF"/>
            </a:solidFill>
            <a:prstDash val="solid"/>
          </a:ln>
        </p:spPr>
      </p:sp>
      <p:sp>
        <p:nvSpPr>
          <p:cNvPr id="126" name="Text 124"/>
          <p:cNvSpPr/>
          <p:nvPr/>
        </p:nvSpPr>
        <p:spPr>
          <a:xfrm>
            <a:off x="182880" y="700430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NPAW</a:t>
            </a:r>
            <a:endParaRPr lang="en-US" sz="800" dirty="0"/>
          </a:p>
          <a:p>
            <a:pPr algn="ctr" indent="0" marL="0">
              <a:buNone/>
            </a:pPr>
            <a:r>
              <a:rPr lang="en-US" sz="800" b="1" dirty="0">
                <a:solidFill>
                  <a:srgbClr val="FFFFFF"/>
                </a:solidFill>
              </a:rPr>
              <a:t>Historical</a:t>
            </a:r>
            <a:endParaRPr lang="en-US" sz="800" dirty="0"/>
          </a:p>
        </p:txBody>
      </p:sp>
      <p:sp>
        <p:nvSpPr>
          <p:cNvPr id="127" name="Text 125"/>
          <p:cNvSpPr/>
          <p:nvPr/>
        </p:nvSpPr>
        <p:spPr>
          <a:xfrm>
            <a:off x="1170432" y="69768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0 / 1 In Progress</a:t>
            </a:r>
            <a:endParaRPr lang="en-US" sz="750" dirty="0"/>
          </a:p>
        </p:txBody>
      </p:sp>
      <p:sp>
        <p:nvSpPr>
          <p:cNvPr id="128" name="Shape 126"/>
          <p:cNvSpPr/>
          <p:nvPr/>
        </p:nvSpPr>
        <p:spPr>
          <a:xfrm>
            <a:off x="1170432" y="7196328"/>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1170432" y="71963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30" name="Shape 128"/>
          <p:cNvSpPr/>
          <p:nvPr/>
        </p:nvSpPr>
        <p:spPr>
          <a:xfrm>
            <a:off x="1170432" y="7406640"/>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1170432" y="740664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164592" y="8462772"/>
            <a:ext cx="9116568" cy="1476756"/>
          </a:xfrm>
          <a:prstGeom prst="rect">
            <a:avLst/>
          </a:prstGeom>
          <a:solidFill>
            <a:srgbClr val="FFFFFF"/>
          </a:solidFill>
          <a:ln w="6350">
            <a:solidFill>
              <a:srgbClr val="E5E7EB"/>
            </a:solidFill>
            <a:prstDash val="solid"/>
          </a:ln>
        </p:spPr>
      </p:sp>
      <p:sp>
        <p:nvSpPr>
          <p:cNvPr id="133" name="Shape 131"/>
          <p:cNvSpPr/>
          <p:nvPr/>
        </p:nvSpPr>
        <p:spPr>
          <a:xfrm>
            <a:off x="182880" y="8535924"/>
            <a:ext cx="859536" cy="1330452"/>
          </a:xfrm>
          <a:prstGeom prst="roundRect">
            <a:avLst>
              <a:gd name="adj" fmla="val 5319"/>
            </a:avLst>
          </a:prstGeom>
          <a:solidFill>
            <a:srgbClr val="9CA3AF"/>
          </a:solidFill>
          <a:ln w="12700">
            <a:solidFill>
              <a:srgbClr val="9CA3AF"/>
            </a:solidFill>
            <a:prstDash val="solid"/>
          </a:ln>
        </p:spPr>
      </p:sp>
      <p:sp>
        <p:nvSpPr>
          <p:cNvPr id="134" name="Text 132"/>
          <p:cNvSpPr/>
          <p:nvPr/>
        </p:nvSpPr>
        <p:spPr>
          <a:xfrm>
            <a:off x="182880" y="85359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Cleeng</a:t>
            </a:r>
            <a:endParaRPr lang="en-US" sz="800" dirty="0"/>
          </a:p>
          <a:p>
            <a:pPr algn="ctr" indent="0" marL="0">
              <a:buNone/>
            </a:pPr>
            <a:r>
              <a:rPr lang="en-US" sz="800" b="1" dirty="0">
                <a:solidFill>
                  <a:srgbClr val="FFFFFF"/>
                </a:solidFill>
              </a:rPr>
              <a:t>Historical and Ongoing</a:t>
            </a:r>
            <a:endParaRPr lang="en-US" sz="800" dirty="0"/>
          </a:p>
        </p:txBody>
      </p:sp>
      <p:sp>
        <p:nvSpPr>
          <p:cNvPr id="135" name="Text 133"/>
          <p:cNvSpPr/>
          <p:nvPr/>
        </p:nvSpPr>
        <p:spPr>
          <a:xfrm>
            <a:off x="1170432" y="85084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1 In Progress</a:t>
            </a:r>
            <a:endParaRPr lang="en-US" sz="750" dirty="0"/>
          </a:p>
        </p:txBody>
      </p:sp>
      <p:sp>
        <p:nvSpPr>
          <p:cNvPr id="136" name="Shape 134"/>
          <p:cNvSpPr/>
          <p:nvPr/>
        </p:nvSpPr>
        <p:spPr>
          <a:xfrm>
            <a:off x="1170432" y="8727948"/>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1170432" y="87279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38" name="Shape 136"/>
          <p:cNvSpPr/>
          <p:nvPr/>
        </p:nvSpPr>
        <p:spPr>
          <a:xfrm>
            <a:off x="1170432" y="8938260"/>
            <a:ext cx="932688" cy="155448"/>
          </a:xfrm>
          <a:prstGeom prst="roundRect">
            <a:avLst>
              <a:gd name="adj" fmla="val 17647"/>
            </a:avLst>
          </a:prstGeom>
          <a:solidFill>
            <a:srgbClr val="1558A8"/>
          </a:solidFill>
          <a:ln w="12700">
            <a:solidFill>
              <a:srgbClr val="1558A8"/>
            </a:solidFill>
            <a:prstDash val="solid"/>
          </a:ln>
        </p:spPr>
      </p:sp>
      <p:sp>
        <p:nvSpPr>
          <p:cNvPr id="139" name="Text 137"/>
          <p:cNvSpPr/>
          <p:nvPr/>
        </p:nvSpPr>
        <p:spPr>
          <a:xfrm>
            <a:off x="1170432" y="89382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0" name="Shape 138"/>
          <p:cNvSpPr/>
          <p:nvPr/>
        </p:nvSpPr>
        <p:spPr>
          <a:xfrm>
            <a:off x="9372600" y="804672"/>
            <a:ext cx="2834640" cy="6071616"/>
          </a:xfrm>
          <a:prstGeom prst="rect">
            <a:avLst/>
          </a:prstGeom>
          <a:solidFill>
            <a:srgbClr val="F8FAFB"/>
          </a:solidFill>
          <a:ln w="12700">
            <a:solidFill>
              <a:srgbClr val="DDE1E6"/>
            </a:solidFill>
            <a:prstDash val="solid"/>
          </a:ln>
        </p:spPr>
      </p:sp>
      <p:sp>
        <p:nvSpPr>
          <p:cNvPr id="141" name="Text 13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2" name="Shape 140"/>
          <p:cNvSpPr/>
          <p:nvPr/>
        </p:nvSpPr>
        <p:spPr>
          <a:xfrm>
            <a:off x="9464040" y="1225296"/>
            <a:ext cx="2670048" cy="420624"/>
          </a:xfrm>
          <a:prstGeom prst="rect">
            <a:avLst/>
          </a:prstGeom>
          <a:solidFill>
            <a:srgbClr val="FFFFFF"/>
          </a:solidFill>
          <a:ln w="6350">
            <a:solidFill>
              <a:srgbClr val="E5E7EB"/>
            </a:solidFill>
            <a:prstDash val="solid"/>
          </a:ln>
        </p:spPr>
      </p:sp>
      <p:sp>
        <p:nvSpPr>
          <p:cNvPr id="143" name="Shape 141"/>
          <p:cNvSpPr/>
          <p:nvPr/>
        </p:nvSpPr>
        <p:spPr>
          <a:xfrm>
            <a:off x="9537192" y="1316736"/>
            <a:ext cx="109728" cy="109728"/>
          </a:xfrm>
          <a:prstGeom prst="ellipse">
            <a:avLst/>
          </a:prstGeom>
          <a:solidFill>
            <a:srgbClr val="16A34A"/>
          </a:solidFill>
          <a:ln w="12700">
            <a:solidFill>
              <a:srgbClr val="16A34A"/>
            </a:solidFill>
            <a:prstDash val="solid"/>
          </a:ln>
        </p:spPr>
      </p:sp>
      <p:sp>
        <p:nvSpPr>
          <p:cNvPr id="144" name="Text 14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5" name="Text 14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6" name="Shape 14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7" name="Text 14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8" name="Shape 146"/>
          <p:cNvSpPr/>
          <p:nvPr/>
        </p:nvSpPr>
        <p:spPr>
          <a:xfrm>
            <a:off x="9464040" y="1700784"/>
            <a:ext cx="2670048" cy="420624"/>
          </a:xfrm>
          <a:prstGeom prst="rect">
            <a:avLst/>
          </a:prstGeom>
          <a:solidFill>
            <a:srgbClr val="FFFFFF"/>
          </a:solidFill>
          <a:ln w="6350">
            <a:solidFill>
              <a:srgbClr val="E5E7EB"/>
            </a:solidFill>
            <a:prstDash val="solid"/>
          </a:ln>
        </p:spPr>
      </p:sp>
      <p:sp>
        <p:nvSpPr>
          <p:cNvPr id="149" name="Shape 147"/>
          <p:cNvSpPr/>
          <p:nvPr/>
        </p:nvSpPr>
        <p:spPr>
          <a:xfrm>
            <a:off x="9537192" y="1792224"/>
            <a:ext cx="109728" cy="109728"/>
          </a:xfrm>
          <a:prstGeom prst="ellipse">
            <a:avLst/>
          </a:prstGeom>
          <a:solidFill>
            <a:srgbClr val="1558A8"/>
          </a:solidFill>
          <a:ln w="12700">
            <a:solidFill>
              <a:srgbClr val="1558A8"/>
            </a:solidFill>
            <a:prstDash val="solid"/>
          </a:ln>
        </p:spPr>
      </p:sp>
      <p:sp>
        <p:nvSpPr>
          <p:cNvPr id="150" name="Text 14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1" name="Text 14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2" name="Shape 15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3" name="Text 15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4" name="Shape 152"/>
          <p:cNvSpPr/>
          <p:nvPr/>
        </p:nvSpPr>
        <p:spPr>
          <a:xfrm>
            <a:off x="9464040" y="2176272"/>
            <a:ext cx="2670048" cy="420624"/>
          </a:xfrm>
          <a:prstGeom prst="rect">
            <a:avLst/>
          </a:prstGeom>
          <a:solidFill>
            <a:srgbClr val="FFFFFF"/>
          </a:solidFill>
          <a:ln w="6350">
            <a:solidFill>
              <a:srgbClr val="E5E7EB"/>
            </a:solidFill>
            <a:prstDash val="solid"/>
          </a:ln>
        </p:spPr>
      </p:sp>
      <p:sp>
        <p:nvSpPr>
          <p:cNvPr id="155" name="Shape 153"/>
          <p:cNvSpPr/>
          <p:nvPr/>
        </p:nvSpPr>
        <p:spPr>
          <a:xfrm>
            <a:off x="9537192" y="2267712"/>
            <a:ext cx="109728" cy="109728"/>
          </a:xfrm>
          <a:prstGeom prst="ellipse">
            <a:avLst/>
          </a:prstGeom>
          <a:solidFill>
            <a:srgbClr val="9CA3AF"/>
          </a:solidFill>
          <a:ln w="12700">
            <a:solidFill>
              <a:srgbClr val="9CA3AF"/>
            </a:solidFill>
            <a:prstDash val="solid"/>
          </a:ln>
        </p:spPr>
      </p:sp>
      <p:sp>
        <p:nvSpPr>
          <p:cNvPr id="156" name="Text 15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7" name="Text 15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8" name="Shape 15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59" name="Text 15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0" name="Shape 158"/>
          <p:cNvSpPr/>
          <p:nvPr/>
        </p:nvSpPr>
        <p:spPr>
          <a:xfrm>
            <a:off x="9464040" y="2651760"/>
            <a:ext cx="2670048" cy="420624"/>
          </a:xfrm>
          <a:prstGeom prst="rect">
            <a:avLst/>
          </a:prstGeom>
          <a:solidFill>
            <a:srgbClr val="FFFFFF"/>
          </a:solidFill>
          <a:ln w="6350">
            <a:solidFill>
              <a:srgbClr val="E5E7EB"/>
            </a:solidFill>
            <a:prstDash val="solid"/>
          </a:ln>
        </p:spPr>
      </p:sp>
      <p:sp>
        <p:nvSpPr>
          <p:cNvPr id="161" name="Shape 159"/>
          <p:cNvSpPr/>
          <p:nvPr/>
        </p:nvSpPr>
        <p:spPr>
          <a:xfrm>
            <a:off x="9537192" y="2743200"/>
            <a:ext cx="109728" cy="109728"/>
          </a:xfrm>
          <a:prstGeom prst="ellipse">
            <a:avLst/>
          </a:prstGeom>
          <a:solidFill>
            <a:srgbClr val="9CA3AF"/>
          </a:solidFill>
          <a:ln w="12700">
            <a:solidFill>
              <a:srgbClr val="9CA3AF"/>
            </a:solidFill>
            <a:prstDash val="solid"/>
          </a:ln>
        </p:spPr>
      </p:sp>
      <p:sp>
        <p:nvSpPr>
          <p:cNvPr id="162" name="Text 16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3" name="Text 16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4" name="Shape 16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5" name="Text 16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6" name="Shape 164"/>
          <p:cNvSpPr/>
          <p:nvPr/>
        </p:nvSpPr>
        <p:spPr>
          <a:xfrm>
            <a:off x="9482328" y="3200400"/>
            <a:ext cx="2633472" cy="0"/>
          </a:xfrm>
          <a:prstGeom prst="line">
            <a:avLst/>
          </a:prstGeom>
          <a:noFill/>
          <a:ln w="9525">
            <a:solidFill>
              <a:srgbClr val="DDE1E6"/>
            </a:solidFill>
            <a:prstDash val="solid"/>
          </a:ln>
        </p:spPr>
      </p:sp>
      <p:sp>
        <p:nvSpPr>
          <p:cNvPr id="167" name="Text 16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8" name="Shape 16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69" name="Text 16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0" name="Shape 16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1" name="Text 16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2" name="Shape 17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3" name="Text 17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4" name="Shape 17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5" name="Text 17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20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4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76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164592" y="6931152"/>
            <a:ext cx="9116568" cy="1476756"/>
          </a:xfrm>
          <a:prstGeom prst="rect">
            <a:avLst/>
          </a:prstGeom>
          <a:solidFill>
            <a:srgbClr val="FAFBFC"/>
          </a:solidFill>
          <a:ln w="6350">
            <a:solidFill>
              <a:srgbClr val="E5E7EB"/>
            </a:solidFill>
            <a:prstDash val="solid"/>
          </a:ln>
        </p:spPr>
      </p:sp>
      <p:sp>
        <p:nvSpPr>
          <p:cNvPr id="142" name="Shape 140"/>
          <p:cNvSpPr/>
          <p:nvPr/>
        </p:nvSpPr>
        <p:spPr>
          <a:xfrm>
            <a:off x="182880" y="7004304"/>
            <a:ext cx="859536" cy="1330452"/>
          </a:xfrm>
          <a:prstGeom prst="roundRect">
            <a:avLst>
              <a:gd name="adj" fmla="val 5319"/>
            </a:avLst>
          </a:prstGeom>
          <a:solidFill>
            <a:srgbClr val="9CA3AF"/>
          </a:solidFill>
          <a:ln w="12700">
            <a:solidFill>
              <a:srgbClr val="9CA3AF"/>
            </a:solidFill>
            <a:prstDash val="solid"/>
          </a:ln>
        </p:spPr>
      </p:sp>
      <p:sp>
        <p:nvSpPr>
          <p:cNvPr id="143" name="Text 141"/>
          <p:cNvSpPr/>
          <p:nvPr/>
        </p:nvSpPr>
        <p:spPr>
          <a:xfrm>
            <a:off x="182880" y="700430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NPAW</a:t>
            </a:r>
            <a:endParaRPr lang="en-US" sz="800" dirty="0"/>
          </a:p>
          <a:p>
            <a:pPr algn="ctr" indent="0" marL="0">
              <a:buNone/>
            </a:pPr>
            <a:r>
              <a:rPr lang="en-US" sz="800" b="1" dirty="0">
                <a:solidFill>
                  <a:srgbClr val="FFFFFF"/>
                </a:solidFill>
              </a:rPr>
              <a:t>Historical</a:t>
            </a:r>
            <a:endParaRPr lang="en-US" sz="800" dirty="0"/>
          </a:p>
        </p:txBody>
      </p:sp>
      <p:sp>
        <p:nvSpPr>
          <p:cNvPr id="144" name="Text 142"/>
          <p:cNvSpPr/>
          <p:nvPr/>
        </p:nvSpPr>
        <p:spPr>
          <a:xfrm>
            <a:off x="1170432" y="69768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0 / 1 In Progress</a:t>
            </a:r>
            <a:endParaRPr lang="en-US" sz="750" dirty="0"/>
          </a:p>
        </p:txBody>
      </p:sp>
      <p:sp>
        <p:nvSpPr>
          <p:cNvPr id="145" name="Shape 143"/>
          <p:cNvSpPr/>
          <p:nvPr/>
        </p:nvSpPr>
        <p:spPr>
          <a:xfrm>
            <a:off x="1170432" y="7196328"/>
            <a:ext cx="932688" cy="182880"/>
          </a:xfrm>
          <a:prstGeom prst="roundRect">
            <a:avLst>
              <a:gd name="adj" fmla="val 15000"/>
            </a:avLst>
          </a:prstGeom>
          <a:solidFill>
            <a:srgbClr val="FFFFFF"/>
          </a:solidFill>
          <a:ln w="9525">
            <a:solidFill>
              <a:srgbClr val="CBD5E1"/>
            </a:solidFill>
            <a:prstDash val="solid"/>
          </a:ln>
        </p:spPr>
      </p:sp>
      <p:sp>
        <p:nvSpPr>
          <p:cNvPr id="146" name="Text 144"/>
          <p:cNvSpPr/>
          <p:nvPr/>
        </p:nvSpPr>
        <p:spPr>
          <a:xfrm>
            <a:off x="1170432" y="71963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47" name="Shape 145"/>
          <p:cNvSpPr/>
          <p:nvPr/>
        </p:nvSpPr>
        <p:spPr>
          <a:xfrm>
            <a:off x="1170432" y="7406640"/>
            <a:ext cx="932688" cy="155448"/>
          </a:xfrm>
          <a:prstGeom prst="roundRect">
            <a:avLst>
              <a:gd name="adj" fmla="val 17647"/>
            </a:avLst>
          </a:prstGeom>
          <a:solidFill>
            <a:srgbClr val="F3F4F6"/>
          </a:solidFill>
          <a:ln w="9525">
            <a:solidFill>
              <a:srgbClr val="D1D5DB"/>
            </a:solidFill>
            <a:prstDash val="solid"/>
          </a:ln>
        </p:spPr>
      </p:sp>
      <p:sp>
        <p:nvSpPr>
          <p:cNvPr id="148" name="Text 146"/>
          <p:cNvSpPr/>
          <p:nvPr/>
        </p:nvSpPr>
        <p:spPr>
          <a:xfrm>
            <a:off x="1170432" y="740664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9" name="Shape 147"/>
          <p:cNvSpPr/>
          <p:nvPr/>
        </p:nvSpPr>
        <p:spPr>
          <a:xfrm>
            <a:off x="164592" y="8462772"/>
            <a:ext cx="9116568" cy="1476756"/>
          </a:xfrm>
          <a:prstGeom prst="rect">
            <a:avLst/>
          </a:prstGeom>
          <a:solidFill>
            <a:srgbClr val="FFFFFF"/>
          </a:solidFill>
          <a:ln w="6350">
            <a:solidFill>
              <a:srgbClr val="E5E7EB"/>
            </a:solidFill>
            <a:prstDash val="solid"/>
          </a:ln>
        </p:spPr>
      </p:sp>
      <p:sp>
        <p:nvSpPr>
          <p:cNvPr id="150" name="Shape 148"/>
          <p:cNvSpPr/>
          <p:nvPr/>
        </p:nvSpPr>
        <p:spPr>
          <a:xfrm>
            <a:off x="182880" y="8535924"/>
            <a:ext cx="859536" cy="1330452"/>
          </a:xfrm>
          <a:prstGeom prst="roundRect">
            <a:avLst>
              <a:gd name="adj" fmla="val 5319"/>
            </a:avLst>
          </a:prstGeom>
          <a:solidFill>
            <a:srgbClr val="9CA3AF"/>
          </a:solidFill>
          <a:ln w="12700">
            <a:solidFill>
              <a:srgbClr val="9CA3AF"/>
            </a:solidFill>
            <a:prstDash val="solid"/>
          </a:ln>
        </p:spPr>
      </p:sp>
      <p:sp>
        <p:nvSpPr>
          <p:cNvPr id="151" name="Text 149"/>
          <p:cNvSpPr/>
          <p:nvPr/>
        </p:nvSpPr>
        <p:spPr>
          <a:xfrm>
            <a:off x="182880" y="85359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Cleeng</a:t>
            </a:r>
            <a:endParaRPr lang="en-US" sz="800" dirty="0"/>
          </a:p>
          <a:p>
            <a:pPr algn="ctr" indent="0" marL="0">
              <a:buNone/>
            </a:pPr>
            <a:r>
              <a:rPr lang="en-US" sz="800" b="1" dirty="0">
                <a:solidFill>
                  <a:srgbClr val="FFFFFF"/>
                </a:solidFill>
              </a:rPr>
              <a:t>Historical and Ongoing</a:t>
            </a:r>
            <a:endParaRPr lang="en-US" sz="800" dirty="0"/>
          </a:p>
        </p:txBody>
      </p:sp>
      <p:sp>
        <p:nvSpPr>
          <p:cNvPr id="152" name="Text 150"/>
          <p:cNvSpPr/>
          <p:nvPr/>
        </p:nvSpPr>
        <p:spPr>
          <a:xfrm>
            <a:off x="1170432" y="85084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1 In Progress</a:t>
            </a:r>
            <a:endParaRPr lang="en-US" sz="750" dirty="0"/>
          </a:p>
        </p:txBody>
      </p:sp>
      <p:sp>
        <p:nvSpPr>
          <p:cNvPr id="153" name="Shape 151"/>
          <p:cNvSpPr/>
          <p:nvPr/>
        </p:nvSpPr>
        <p:spPr>
          <a:xfrm>
            <a:off x="1170432" y="8727948"/>
            <a:ext cx="932688" cy="182880"/>
          </a:xfrm>
          <a:prstGeom prst="roundRect">
            <a:avLst>
              <a:gd name="adj" fmla="val 15000"/>
            </a:avLst>
          </a:prstGeom>
          <a:solidFill>
            <a:srgbClr val="FFFFFF"/>
          </a:solidFill>
          <a:ln w="9525">
            <a:solidFill>
              <a:srgbClr val="CBD5E1"/>
            </a:solidFill>
            <a:prstDash val="solid"/>
          </a:ln>
        </p:spPr>
      </p:sp>
      <p:sp>
        <p:nvSpPr>
          <p:cNvPr id="154" name="Text 152"/>
          <p:cNvSpPr/>
          <p:nvPr/>
        </p:nvSpPr>
        <p:spPr>
          <a:xfrm>
            <a:off x="1170432" y="87279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55" name="Shape 153"/>
          <p:cNvSpPr/>
          <p:nvPr/>
        </p:nvSpPr>
        <p:spPr>
          <a:xfrm>
            <a:off x="1170432" y="8938260"/>
            <a:ext cx="932688" cy="155448"/>
          </a:xfrm>
          <a:prstGeom prst="roundRect">
            <a:avLst>
              <a:gd name="adj" fmla="val 17647"/>
            </a:avLst>
          </a:prstGeom>
          <a:solidFill>
            <a:srgbClr val="1558A8"/>
          </a:solidFill>
          <a:ln w="12700">
            <a:solidFill>
              <a:srgbClr val="1558A8"/>
            </a:solidFill>
            <a:prstDash val="solid"/>
          </a:ln>
        </p:spPr>
      </p:sp>
      <p:sp>
        <p:nvSpPr>
          <p:cNvPr id="156" name="Text 154"/>
          <p:cNvSpPr/>
          <p:nvPr/>
        </p:nvSpPr>
        <p:spPr>
          <a:xfrm>
            <a:off x="1170432" y="89382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7" name="Shape 155"/>
          <p:cNvSpPr/>
          <p:nvPr/>
        </p:nvSpPr>
        <p:spPr>
          <a:xfrm>
            <a:off x="9372600" y="804672"/>
            <a:ext cx="2834640" cy="6071616"/>
          </a:xfrm>
          <a:prstGeom prst="rect">
            <a:avLst/>
          </a:prstGeom>
          <a:solidFill>
            <a:srgbClr val="F8FAFB"/>
          </a:solidFill>
          <a:ln w="12700">
            <a:solidFill>
              <a:srgbClr val="DDE1E6"/>
            </a:solidFill>
            <a:prstDash val="solid"/>
          </a:ln>
        </p:spPr>
      </p:sp>
      <p:sp>
        <p:nvSpPr>
          <p:cNvPr id="158" name="Text 156"/>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59" name="Shape 157"/>
          <p:cNvSpPr/>
          <p:nvPr/>
        </p:nvSpPr>
        <p:spPr>
          <a:xfrm>
            <a:off x="9464040" y="1225296"/>
            <a:ext cx="2670048" cy="420624"/>
          </a:xfrm>
          <a:prstGeom prst="rect">
            <a:avLst/>
          </a:prstGeom>
          <a:solidFill>
            <a:srgbClr val="FFFFFF"/>
          </a:solidFill>
          <a:ln w="6350">
            <a:solidFill>
              <a:srgbClr val="E5E7EB"/>
            </a:solidFill>
            <a:prstDash val="solid"/>
          </a:ln>
        </p:spPr>
      </p:sp>
      <p:sp>
        <p:nvSpPr>
          <p:cNvPr id="160" name="Shape 158"/>
          <p:cNvSpPr/>
          <p:nvPr/>
        </p:nvSpPr>
        <p:spPr>
          <a:xfrm>
            <a:off x="9537192" y="1316736"/>
            <a:ext cx="109728" cy="109728"/>
          </a:xfrm>
          <a:prstGeom prst="ellipse">
            <a:avLst/>
          </a:prstGeom>
          <a:solidFill>
            <a:srgbClr val="16A34A"/>
          </a:solidFill>
          <a:ln w="12700">
            <a:solidFill>
              <a:srgbClr val="16A34A"/>
            </a:solidFill>
            <a:prstDash val="solid"/>
          </a:ln>
        </p:spPr>
      </p:sp>
      <p:sp>
        <p:nvSpPr>
          <p:cNvPr id="161" name="Text 159"/>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62" name="Text 160"/>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63" name="Shape 161"/>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64" name="Text 162"/>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65" name="Shape 163"/>
          <p:cNvSpPr/>
          <p:nvPr/>
        </p:nvSpPr>
        <p:spPr>
          <a:xfrm>
            <a:off x="9464040" y="1700784"/>
            <a:ext cx="2670048" cy="420624"/>
          </a:xfrm>
          <a:prstGeom prst="rect">
            <a:avLst/>
          </a:prstGeom>
          <a:solidFill>
            <a:srgbClr val="FFFFFF"/>
          </a:solidFill>
          <a:ln w="6350">
            <a:solidFill>
              <a:srgbClr val="E5E7EB"/>
            </a:solidFill>
            <a:prstDash val="solid"/>
          </a:ln>
        </p:spPr>
      </p:sp>
      <p:sp>
        <p:nvSpPr>
          <p:cNvPr id="166" name="Shape 164"/>
          <p:cNvSpPr/>
          <p:nvPr/>
        </p:nvSpPr>
        <p:spPr>
          <a:xfrm>
            <a:off x="9537192" y="1792224"/>
            <a:ext cx="109728" cy="109728"/>
          </a:xfrm>
          <a:prstGeom prst="ellipse">
            <a:avLst/>
          </a:prstGeom>
          <a:solidFill>
            <a:srgbClr val="1558A8"/>
          </a:solidFill>
          <a:ln w="12700">
            <a:solidFill>
              <a:srgbClr val="1558A8"/>
            </a:solidFill>
            <a:prstDash val="solid"/>
          </a:ln>
        </p:spPr>
      </p:sp>
      <p:sp>
        <p:nvSpPr>
          <p:cNvPr id="167" name="Text 165"/>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68" name="Text 166"/>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69" name="Shape 167"/>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70" name="Text 168"/>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71" name="Shape 169"/>
          <p:cNvSpPr/>
          <p:nvPr/>
        </p:nvSpPr>
        <p:spPr>
          <a:xfrm>
            <a:off x="9464040" y="2176272"/>
            <a:ext cx="2670048" cy="420624"/>
          </a:xfrm>
          <a:prstGeom prst="rect">
            <a:avLst/>
          </a:prstGeom>
          <a:solidFill>
            <a:srgbClr val="FFFFFF"/>
          </a:solidFill>
          <a:ln w="6350">
            <a:solidFill>
              <a:srgbClr val="E5E7EB"/>
            </a:solidFill>
            <a:prstDash val="solid"/>
          </a:ln>
        </p:spPr>
      </p:sp>
      <p:sp>
        <p:nvSpPr>
          <p:cNvPr id="172" name="Shape 170"/>
          <p:cNvSpPr/>
          <p:nvPr/>
        </p:nvSpPr>
        <p:spPr>
          <a:xfrm>
            <a:off x="9537192" y="2267712"/>
            <a:ext cx="109728" cy="109728"/>
          </a:xfrm>
          <a:prstGeom prst="ellipse">
            <a:avLst/>
          </a:prstGeom>
          <a:solidFill>
            <a:srgbClr val="9CA3AF"/>
          </a:solidFill>
          <a:ln w="12700">
            <a:solidFill>
              <a:srgbClr val="9CA3AF"/>
            </a:solidFill>
            <a:prstDash val="solid"/>
          </a:ln>
        </p:spPr>
      </p:sp>
      <p:sp>
        <p:nvSpPr>
          <p:cNvPr id="173" name="Text 171"/>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74" name="Text 172"/>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75" name="Shape 173"/>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76" name="Text 174"/>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77" name="Shape 175"/>
          <p:cNvSpPr/>
          <p:nvPr/>
        </p:nvSpPr>
        <p:spPr>
          <a:xfrm>
            <a:off x="9464040" y="2651760"/>
            <a:ext cx="2670048" cy="420624"/>
          </a:xfrm>
          <a:prstGeom prst="rect">
            <a:avLst/>
          </a:prstGeom>
          <a:solidFill>
            <a:srgbClr val="FFFFFF"/>
          </a:solidFill>
          <a:ln w="6350">
            <a:solidFill>
              <a:srgbClr val="E5E7EB"/>
            </a:solidFill>
            <a:prstDash val="solid"/>
          </a:ln>
        </p:spPr>
      </p:sp>
      <p:sp>
        <p:nvSpPr>
          <p:cNvPr id="178" name="Shape 176"/>
          <p:cNvSpPr/>
          <p:nvPr/>
        </p:nvSpPr>
        <p:spPr>
          <a:xfrm>
            <a:off x="9537192" y="2743200"/>
            <a:ext cx="109728" cy="109728"/>
          </a:xfrm>
          <a:prstGeom prst="ellipse">
            <a:avLst/>
          </a:prstGeom>
          <a:solidFill>
            <a:srgbClr val="9CA3AF"/>
          </a:solidFill>
          <a:ln w="12700">
            <a:solidFill>
              <a:srgbClr val="9CA3AF"/>
            </a:solidFill>
            <a:prstDash val="solid"/>
          </a:ln>
        </p:spPr>
      </p:sp>
      <p:sp>
        <p:nvSpPr>
          <p:cNvPr id="179" name="Text 177"/>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80" name="Text 178"/>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81" name="Shape 179"/>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82" name="Text 180"/>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83" name="Shape 181"/>
          <p:cNvSpPr/>
          <p:nvPr/>
        </p:nvSpPr>
        <p:spPr>
          <a:xfrm>
            <a:off x="9482328" y="3200400"/>
            <a:ext cx="2633472" cy="0"/>
          </a:xfrm>
          <a:prstGeom prst="line">
            <a:avLst/>
          </a:prstGeom>
          <a:noFill/>
          <a:ln w="9525">
            <a:solidFill>
              <a:srgbClr val="DDE1E6"/>
            </a:solidFill>
            <a:prstDash val="solid"/>
          </a:ln>
        </p:spPr>
      </p:sp>
      <p:sp>
        <p:nvSpPr>
          <p:cNvPr id="184" name="Text 182"/>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85" name="Shape 183"/>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86" name="Text 184"/>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87" name="Shape 185"/>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88" name="Text 186"/>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89" name="Shape 187"/>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90" name="Text 188"/>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91" name="Shape 189"/>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92" name="Text 190"/>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1190</Words>
  <Application>Microsoft Macintosh PowerPoint</Application>
  <PresentationFormat>Custom</PresentationFormat>
  <Paragraphs>191</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Aptos Display</vt:lpstr>
      <vt:lpstr>Arial</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Valdes</dc:creator>
  <cp:lastModifiedBy>Juan Valdes</cp:lastModifiedBy>
  <cp:revision>63</cp:revision>
  <cp:lastPrinted>2026-04-23T15:50:00Z</cp:lastPrinted>
  <dcterms:created xsi:type="dcterms:W3CDTF">2025-09-04T21:24:03Z</dcterms:created>
  <dcterms:modified xsi:type="dcterms:W3CDTF">2026-07-06T19:43:22Z</dcterms:modified>
</cp:coreProperties>
</file>