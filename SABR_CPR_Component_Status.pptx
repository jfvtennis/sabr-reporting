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7/15/2026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74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1000" dirty="0">
                <a:solidFill>
                  <a:srgbClr val="1F2937"/>
                </a:solidFill>
              </a:rPr>
              <a:t>PROJECT SABR - This Week Update</a:t>
            </a:r>
            <a:endParaRPr lang="en-US" sz="1000" dirty="0"/>
          </a:p>
          <a:p>
            <a:pPr algn="l" indent="0" marL="0">
              <a:buNone/>
            </a:pPr>
            <a:endParaRPr lang="en-US" sz="1000" dirty="0"/>
          </a:p>
          <a:p>
            <a:pPr algn="l" indent="0" marL="0">
              <a:buNone/>
            </a:pPr>
            <a:r>
              <a:rPr lang="en-US" sz="1000" dirty="0">
                <a:solidFill>
                  <a:srgbClr val="1F2937"/>
                </a:solidFill>
              </a:rPr>
              <a:t>Engineering progress remains strong with working prototypes across all platforms demonstrated this week. Teams are moving rapidly using AI-assisted development tools, though the rate of change has created some structural gaps that will require attention as we approach launch readiness by December 1. Overall momentum is positive, but coordination and priority alignment across teams needs immediate reinforcement.</a:t>
            </a:r>
            <a:endParaRPr lang="en-US" sz="1000" dirty="0"/>
          </a:p>
          <a:p>
            <a:pPr algn="l" indent="0" marL="0">
              <a:buNone/>
            </a:pPr>
            <a:endParaRPr lang="en-US" sz="1000" dirty="0"/>
          </a:p>
          <a:p>
            <a:pPr algn="l" indent="0" marL="0">
              <a:buNone/>
            </a:pPr>
            <a:r>
              <a:rPr lang="en-US" sz="1000" b="1" dirty="0">
                <a:solidFill>
                  <a:srgbClr val="1B5E20"/>
                </a:solidFill>
              </a:rPr>
              <a:t>ENGINEERING:</a:t>
            </a:r>
            <a:pPr algn="l" indent="0" marL="0">
              <a:buNone/>
            </a:pPr>
            <a:r>
              <a:rPr lang="en-US" sz="1000" dirty="0">
                <a:solidFill>
                  <a:srgbClr val="1F2937"/>
                </a:solidFill>
              </a:rPr>
              <a:t> Teams delivered live stream demonstrations across web, mobile, and TV platforms within two weeks of project kickoff. DRM configuration with EzDRM remains in progress with support tickets open. Development continues on authentication, payments, and video player functionality across all platforms with TestFlight builds available for mobile testing.</a:t>
            </a:r>
            <a:endParaRPr lang="en-US" sz="1000" dirty="0"/>
          </a:p>
          <a:p>
            <a:pPr algn="l" indent="0" marL="0">
              <a:buNone/>
            </a:pPr>
            <a:endParaRPr lang="en-US" sz="1000" dirty="0"/>
          </a:p>
          <a:p>
            <a:pPr algn="l" indent="0" marL="0">
              <a:buNone/>
            </a:pPr>
            <a:r>
              <a:rPr lang="en-US" sz="1000" b="1" dirty="0">
                <a:solidFill>
                  <a:srgbClr val="1B5E20"/>
                </a:solidFill>
              </a:rPr>
              <a:t>ROKU PARTNERSHIP:</a:t>
            </a:r>
            <a:pPr algn="l" indent="0" marL="0">
              <a:buNone/>
            </a:pPr>
            <a:r>
              <a:rPr lang="en-US" sz="1000" dirty="0">
                <a:solidFill>
                  <a:srgbClr val="1F2937"/>
                </a:solidFill>
              </a:rPr>
              <a:t> Alignment reached on launching with live feeds, match-in-15, and highlights for go-forward content without requiring historical backfill to launch. Focus is live feeds with metadata delivery through Amagi in Movie Labs format. Mid-August content delivery target is tight but team will pursue maximum feasible delivery timeline. Metadata and file delivery workflows between Tennis Channel and Amagi require further definition to support shoulder content.</a:t>
            </a:r>
            <a:endParaRPr lang="en-US" sz="1000" dirty="0"/>
          </a:p>
          <a:p>
            <a:pPr algn="l" indent="0" marL="0">
              <a:buNone/>
            </a:pPr>
            <a:endParaRPr lang="en-US" sz="1000" dirty="0"/>
          </a:p>
          <a:p>
            <a:pPr algn="l" indent="0" marL="0">
              <a:buNone/>
            </a:pPr>
            <a:r>
              <a:rPr lang="en-US" sz="1000" b="1" dirty="0">
                <a:solidFill>
                  <a:srgbClr val="1B5E20"/>
                </a:solidFill>
              </a:rPr>
              <a:t>MVPD ADOBE:</a:t>
            </a:r>
            <a:pPr algn="l" indent="0" marL="0">
              <a:buNone/>
            </a:pPr>
            <a:r>
              <a:rPr lang="en-US" sz="1000" dirty="0">
                <a:solidFill>
                  <a:srgbClr val="1F2937"/>
                </a:solidFill>
              </a:rPr>
              <a:t> Login and logout flows are working on web and mobile with testing underway across provider accounts including Cox, DirecTV, and Spectrum. Error messaging and custom responses are being validated. Session management and TTL configurations for each MVPD provider require documentation and review. Team will provide Adobe TTL report and coordinate additional proxy account testing.</a:t>
            </a:r>
            <a:endParaRPr lang="en-US" sz="1000" dirty="0"/>
          </a:p>
          <a:p>
            <a:pPr algn="l" indent="0" marL="0">
              <a:buNone/>
            </a:pPr>
            <a:endParaRPr lang="en-US" sz="1000" dirty="0"/>
          </a:p>
          <a:p>
            <a:pPr algn="l" indent="0" marL="0">
              <a:buNone/>
            </a:pPr>
            <a:r>
              <a:rPr lang="en-US" sz="1000" b="1" dirty="0">
                <a:solidFill>
                  <a:srgbClr val="1B5E20"/>
                </a:solidFill>
              </a:rPr>
              <a:t>AMAGI INTEGRATION:</a:t>
            </a:r>
            <a:pPr algn="l" indent="0" marL="0">
              <a:buNone/>
            </a:pPr>
            <a:r>
              <a:rPr lang="en-US" sz="1000" dirty="0">
                <a:solidFill>
                  <a:srgbClr val="1F2937"/>
                </a:solidFill>
              </a:rPr>
              <a:t> Event orchestration control plane demonstrated with automatic provisioning scheduling and manual teardown gating. DRM playback issues under investigation with EzDRM; unclear if frequency capping or network-related. Live event ingestion API validated with successful test submissions. Metadata requirements and final UI customization for operator dashboard planned for delivery next one to two weeks.</a:t>
            </a:r>
            <a:endParaRPr lang="en-US" sz="1000" dirty="0"/>
          </a:p>
          <a:p>
            <a:pPr algn="l" indent="0" marL="0">
              <a:buNone/>
            </a:pPr>
            <a:endParaRPr lang="en-US" sz="1000" dirty="0"/>
          </a:p>
          <a:p>
            <a:pPr algn="l" indent="0" marL="0">
              <a:buNone/>
            </a:pPr>
            <a:r>
              <a:rPr lang="en-US" sz="1000" b="1" dirty="0">
                <a:solidFill>
                  <a:srgbClr val="1B5E20"/>
                </a:solidFill>
              </a:rPr>
              <a:t>MERCHANDISING:</a:t>
            </a:r>
            <a:pPr algn="l" indent="0" marL="0">
              <a:buNone/>
            </a:pPr>
            <a:r>
              <a:rPr lang="en-US" sz="1000" dirty="0">
                <a:solidFill>
                  <a:srgbClr val="1F2937"/>
                </a:solidFill>
              </a:rPr>
              <a:t> Rotator banner behavior clarified with two-version approach confirmed for mobile portrait and landscape orientations. Hero module and expanded hero functionality prioritized for further exploration given importance to ongoing content merchandising needs.</a:t>
            </a:r>
            <a:endParaRPr lang="en-US" sz="1000" dirty="0"/>
          </a:p>
          <a:p>
            <a:pPr algn="l" indent="0" marL="0">
              <a:buNone/>
            </a:pPr>
            <a:endParaRPr lang="en-US" sz="1000" dirty="0"/>
          </a:p>
          <a:p>
            <a:pPr algn="l" indent="0" marL="0">
              <a:buNone/>
            </a:pPr>
            <a:r>
              <a:rPr lang="en-US" sz="1000" b="1" dirty="0">
                <a:solidFill>
                  <a:srgbClr val="1B5E20"/>
                </a:solidFill>
              </a:rPr>
              <a:t>KEY DECISIONS:</a:t>
            </a:r>
            <a:pPr algn="l" indent="0" marL="0">
              <a:buNone/>
            </a:pPr>
            <a:endParaRPr lang="en-US" sz="1000" dirty="0"/>
          </a:p>
          <a:p>
            <a:pPr algn="l" indent="0" marL="0">
              <a:buNone/>
            </a:pPr>
            <a:r>
              <a:rPr lang="en-US" sz="1000" dirty="0">
                <a:solidFill>
                  <a:srgbClr val="1F2937"/>
                </a:solidFill>
              </a:rPr>
              <a:t>• Launch Roku without historical VOD backfill; focus live feeds and match-in-15 with highlights for immediate delivery</a:t>
            </a:r>
            <a:endParaRPr lang="en-US" sz="1000" dirty="0"/>
          </a:p>
          <a:p>
            <a:pPr algn="l" indent="0" marL="0">
              <a:buNone/>
            </a:pPr>
            <a:r>
              <a:rPr lang="en-US" sz="1000" dirty="0">
                <a:solidFill>
                  <a:srgbClr val="1F2937"/>
                </a:solidFill>
              </a:rPr>
              <a:t>• Amagi to handle all file and metadata transformation for Roku delivery in Movie Labs format to avoid custom implementations</a:t>
            </a:r>
            <a:endParaRPr lang="en-US" sz="1000" dirty="0"/>
          </a:p>
          <a:p>
            <a:pPr algn="l" indent="0" marL="0">
              <a:buNone/>
            </a:pPr>
            <a:r>
              <a:rPr lang="en-US" sz="1000" dirty="0">
                <a:solidFill>
                  <a:srgbClr val="1F2937"/>
                </a:solidFill>
              </a:rPr>
              <a:t>• For Roku, do not require full parity with Amazon VOD; backfill content post-launch in phases through October</a:t>
            </a:r>
            <a:endParaRPr lang="en-US" sz="1000" dirty="0"/>
          </a:p>
          <a:p>
            <a:pPr algn="l" indent="0" marL="0">
              <a:buNone/>
            </a:pPr>
            <a:r>
              <a:rPr lang="en-US" sz="1000" dirty="0">
                <a:solidFill>
                  <a:srgbClr val="1F2937"/>
                </a:solidFill>
              </a:rPr>
              <a:t>• Merchandising VOD will start with manual metadata entry and basic CMS workflow; automate post-launch once process is validated</a:t>
            </a:r>
            <a:endParaRPr lang="en-US" sz="1000" dirty="0"/>
          </a:p>
          <a:p>
            <a:pPr algn="l" indent="0" marL="0">
              <a:buNone/>
            </a:pPr>
            <a:r>
              <a:rPr lang="en-US" sz="1000" dirty="0">
                <a:solidFill>
                  <a:srgbClr val="1F2937"/>
                </a:solidFill>
              </a:rPr>
              <a:t>• Establish weekly engineering status meetings with structured format: engineering updates first, questions held until end, demos every two weeks when substantial work complete</a:t>
            </a:r>
            <a:endParaRPr lang="en-US" sz="10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2026-07-17T23:26:44Z</dcterms:created>
  <dcterms:modified xsi:type="dcterms:W3CDTF">2026-07-17T23:26:44Z</dcterms:modified>
</cp:coreProperties>
</file>