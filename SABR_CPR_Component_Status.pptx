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notes 7-15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dirty="0">
                <a:solidFill>
                  <a:srgbClr val="1F2937"/>
                </a:solidFill>
              </a:rPr>
              <a:t>7/15/2026</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2026-07-17T18:48:17Z</dcterms:created>
  <dcterms:modified xsi:type="dcterms:W3CDTF">2026-07-17T18:48:17Z</dcterms:modified>
</cp:coreProperties>
</file>