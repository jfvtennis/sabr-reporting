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10"/>
    <p:sldId id="258" r:id="rId11"/>
    <p:sldId id="259" r:id="rId12"/>
    <p:sldId id="260" r:id="rId13"/>
    <p:sldId id="261" r:id="rId14"/>
    <p:sldId id="262" r:id="rId15"/>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7/15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endParaRPr lang="en-US" sz="650" dirty="0"/>
          </a:p>
        </p:txBody>
      </p:sp>
      <p:sp>
        <p:nvSpPr>
          <p:cNvPr id="63" name="Shape 61"/>
          <p:cNvSpPr/>
          <p:nvPr/>
        </p:nvSpPr>
        <p:spPr>
          <a:xfrm>
            <a:off x="11375136" y="3076956"/>
            <a:ext cx="822960" cy="173736"/>
          </a:xfrm>
          <a:prstGeom prst="roundRect">
            <a:avLst>
              <a:gd name="adj" fmla="val 15789"/>
            </a:avLst>
          </a:prstGeom>
          <a:solidFill>
            <a:srgbClr val="F3F4F6"/>
          </a:solidFill>
          <a:ln w="9525">
            <a:solidFill>
              <a:srgbClr val="D1D5DB"/>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Testing E2E experience: Merchandising, sign-in flow, MVPD, Cleeng, replays.</a:t>
            </a:r>
            <a:endParaRPr lang="en-US" sz="650" dirty="0"/>
          </a:p>
        </p:txBody>
      </p:sp>
      <p:sp>
        <p:nvSpPr>
          <p:cNvPr id="106" name="Shape 104"/>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7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3 In Progress · 1 Done</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78" name="Shape 176"/>
          <p:cNvSpPr/>
          <p:nvPr/>
        </p:nvSpPr>
        <p:spPr>
          <a:xfrm>
            <a:off x="1170432" y="6385560"/>
            <a:ext cx="932688" cy="155448"/>
          </a:xfrm>
          <a:prstGeom prst="roundRect">
            <a:avLst>
              <a:gd name="adj" fmla="val 17647"/>
            </a:avLst>
          </a:prstGeom>
          <a:solidFill>
            <a:srgbClr val="F3F4F6"/>
          </a:solidFill>
          <a:ln w="9525">
            <a:solidFill>
              <a:srgbClr val="D1D5DB"/>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3200400" y="6175248"/>
            <a:ext cx="932688" cy="182880"/>
          </a:xfrm>
          <a:prstGeom prst="roundRect">
            <a:avLst>
              <a:gd name="adj" fmla="val 15000"/>
            </a:avLst>
          </a:prstGeom>
          <a:solidFill>
            <a:srgbClr val="FFFFFF"/>
          </a:solidFill>
          <a:ln w="9525">
            <a:solidFill>
              <a:srgbClr val="CBD5E1"/>
            </a:solidFill>
            <a:prstDash val="solid"/>
          </a:ln>
        </p:spPr>
      </p:sp>
      <p:sp>
        <p:nvSpPr>
          <p:cNvPr id="185" name="Text 183"/>
          <p:cNvSpPr/>
          <p:nvPr/>
        </p:nvSpPr>
        <p:spPr>
          <a:xfrm>
            <a:off x="3200400"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AMZN Channels</a:t>
            </a:r>
            <a:endParaRPr lang="en-US" sz="750" dirty="0"/>
          </a:p>
        </p:txBody>
      </p:sp>
      <p:sp>
        <p:nvSpPr>
          <p:cNvPr id="186" name="Shape 184"/>
          <p:cNvSpPr/>
          <p:nvPr/>
        </p:nvSpPr>
        <p:spPr>
          <a:xfrm>
            <a:off x="3200400" y="6385560"/>
            <a:ext cx="932688" cy="155448"/>
          </a:xfrm>
          <a:prstGeom prst="roundRect">
            <a:avLst>
              <a:gd name="adj" fmla="val 17647"/>
            </a:avLst>
          </a:prstGeom>
          <a:solidFill>
            <a:srgbClr val="DCFCE7"/>
          </a:solidFill>
          <a:ln w="12700">
            <a:solidFill>
              <a:srgbClr val="15803D"/>
            </a:solidFill>
            <a:prstDash val="solid"/>
          </a:ln>
        </p:spPr>
      </p:sp>
      <p:sp>
        <p:nvSpPr>
          <p:cNvPr id="187" name="Text 185"/>
          <p:cNvSpPr/>
          <p:nvPr/>
        </p:nvSpPr>
        <p:spPr>
          <a:xfrm>
            <a:off x="3200400" y="638556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88" name="Shape 186"/>
          <p:cNvSpPr/>
          <p:nvPr/>
        </p:nvSpPr>
        <p:spPr>
          <a:xfrm>
            <a:off x="9372600" y="804672"/>
            <a:ext cx="2834640" cy="6071616"/>
          </a:xfrm>
          <a:prstGeom prst="rect">
            <a:avLst/>
          </a:prstGeom>
          <a:solidFill>
            <a:srgbClr val="F8FAFB"/>
          </a:solidFill>
          <a:ln w="12700">
            <a:solidFill>
              <a:srgbClr val="DDE1E6"/>
            </a:solidFill>
            <a:prstDash val="solid"/>
          </a:ln>
        </p:spPr>
      </p:sp>
      <p:sp>
        <p:nvSpPr>
          <p:cNvPr id="189" name="Text 187"/>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90" name="Shape 188"/>
          <p:cNvSpPr/>
          <p:nvPr/>
        </p:nvSpPr>
        <p:spPr>
          <a:xfrm>
            <a:off x="9464040" y="1225296"/>
            <a:ext cx="2670048" cy="420624"/>
          </a:xfrm>
          <a:prstGeom prst="rect">
            <a:avLst/>
          </a:prstGeom>
          <a:solidFill>
            <a:srgbClr val="FFFFFF"/>
          </a:solidFill>
          <a:ln w="6350">
            <a:solidFill>
              <a:srgbClr val="E5E7EB"/>
            </a:solidFill>
            <a:prstDash val="solid"/>
          </a:ln>
        </p:spPr>
      </p:sp>
      <p:sp>
        <p:nvSpPr>
          <p:cNvPr id="191" name="Shape 189"/>
          <p:cNvSpPr/>
          <p:nvPr/>
        </p:nvSpPr>
        <p:spPr>
          <a:xfrm>
            <a:off x="9537192" y="1316736"/>
            <a:ext cx="109728" cy="109728"/>
          </a:xfrm>
          <a:prstGeom prst="ellipse">
            <a:avLst/>
          </a:prstGeom>
          <a:solidFill>
            <a:srgbClr val="16A34A"/>
          </a:solidFill>
          <a:ln w="12700">
            <a:solidFill>
              <a:srgbClr val="16A34A"/>
            </a:solidFill>
            <a:prstDash val="solid"/>
          </a:ln>
        </p:spPr>
      </p:sp>
      <p:sp>
        <p:nvSpPr>
          <p:cNvPr id="192" name="Text 190"/>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93" name="Text 191"/>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4" name="Shape 192"/>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5" name="Text 193"/>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6" name="Shape 194"/>
          <p:cNvSpPr/>
          <p:nvPr/>
        </p:nvSpPr>
        <p:spPr>
          <a:xfrm>
            <a:off x="9464040" y="1700784"/>
            <a:ext cx="2670048" cy="420624"/>
          </a:xfrm>
          <a:prstGeom prst="rect">
            <a:avLst/>
          </a:prstGeom>
          <a:solidFill>
            <a:srgbClr val="FFFFFF"/>
          </a:solidFill>
          <a:ln w="6350">
            <a:solidFill>
              <a:srgbClr val="E5E7EB"/>
            </a:solidFill>
            <a:prstDash val="solid"/>
          </a:ln>
        </p:spPr>
      </p:sp>
      <p:sp>
        <p:nvSpPr>
          <p:cNvPr id="197" name="Shape 195"/>
          <p:cNvSpPr/>
          <p:nvPr/>
        </p:nvSpPr>
        <p:spPr>
          <a:xfrm>
            <a:off x="9537192" y="1792224"/>
            <a:ext cx="109728" cy="109728"/>
          </a:xfrm>
          <a:prstGeom prst="ellipse">
            <a:avLst/>
          </a:prstGeom>
          <a:solidFill>
            <a:srgbClr val="1558A8"/>
          </a:solidFill>
          <a:ln w="12700">
            <a:solidFill>
              <a:srgbClr val="1558A8"/>
            </a:solidFill>
            <a:prstDash val="solid"/>
          </a:ln>
        </p:spPr>
      </p:sp>
      <p:sp>
        <p:nvSpPr>
          <p:cNvPr id="198" name="Text 196"/>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9" name="Text 197"/>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200" name="Shape 198"/>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201" name="Text 199"/>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202" name="Shape 200"/>
          <p:cNvSpPr/>
          <p:nvPr/>
        </p:nvSpPr>
        <p:spPr>
          <a:xfrm>
            <a:off x="9464040" y="2176272"/>
            <a:ext cx="2670048" cy="420624"/>
          </a:xfrm>
          <a:prstGeom prst="rect">
            <a:avLst/>
          </a:prstGeom>
          <a:solidFill>
            <a:srgbClr val="FFFFFF"/>
          </a:solidFill>
          <a:ln w="6350">
            <a:solidFill>
              <a:srgbClr val="E5E7EB"/>
            </a:solidFill>
            <a:prstDash val="solid"/>
          </a:ln>
        </p:spPr>
      </p:sp>
      <p:sp>
        <p:nvSpPr>
          <p:cNvPr id="203" name="Shape 201"/>
          <p:cNvSpPr/>
          <p:nvPr/>
        </p:nvSpPr>
        <p:spPr>
          <a:xfrm>
            <a:off x="9537192" y="2267712"/>
            <a:ext cx="109728" cy="109728"/>
          </a:xfrm>
          <a:prstGeom prst="ellipse">
            <a:avLst/>
          </a:prstGeom>
          <a:solidFill>
            <a:srgbClr val="9CA3AF"/>
          </a:solidFill>
          <a:ln w="12700">
            <a:solidFill>
              <a:srgbClr val="9CA3AF"/>
            </a:solidFill>
            <a:prstDash val="solid"/>
          </a:ln>
        </p:spPr>
      </p:sp>
      <p:sp>
        <p:nvSpPr>
          <p:cNvPr id="204" name="Text 202"/>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5" name="Text 203"/>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6" name="Shape 204"/>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7" name="Text 205"/>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8" name="Shape 206"/>
          <p:cNvSpPr/>
          <p:nvPr/>
        </p:nvSpPr>
        <p:spPr>
          <a:xfrm>
            <a:off x="9464040" y="2651760"/>
            <a:ext cx="2670048" cy="420624"/>
          </a:xfrm>
          <a:prstGeom prst="rect">
            <a:avLst/>
          </a:prstGeom>
          <a:solidFill>
            <a:srgbClr val="FFFFFF"/>
          </a:solidFill>
          <a:ln w="6350">
            <a:solidFill>
              <a:srgbClr val="E5E7EB"/>
            </a:solidFill>
            <a:prstDash val="solid"/>
          </a:ln>
        </p:spPr>
      </p:sp>
      <p:sp>
        <p:nvSpPr>
          <p:cNvPr id="209" name="Shape 207"/>
          <p:cNvSpPr/>
          <p:nvPr/>
        </p:nvSpPr>
        <p:spPr>
          <a:xfrm>
            <a:off x="9537192" y="2743200"/>
            <a:ext cx="109728" cy="109728"/>
          </a:xfrm>
          <a:prstGeom prst="ellipse">
            <a:avLst/>
          </a:prstGeom>
          <a:solidFill>
            <a:srgbClr val="9CA3AF"/>
          </a:solidFill>
          <a:ln w="12700">
            <a:solidFill>
              <a:srgbClr val="9CA3AF"/>
            </a:solidFill>
            <a:prstDash val="solid"/>
          </a:ln>
        </p:spPr>
      </p:sp>
      <p:sp>
        <p:nvSpPr>
          <p:cNvPr id="210" name="Text 208"/>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11" name="Text 209"/>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12" name="Shape 210"/>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13" name="Text 211"/>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4" name="Shape 212"/>
          <p:cNvSpPr/>
          <p:nvPr/>
        </p:nvSpPr>
        <p:spPr>
          <a:xfrm>
            <a:off x="9482328" y="3200400"/>
            <a:ext cx="2633472" cy="0"/>
          </a:xfrm>
          <a:prstGeom prst="line">
            <a:avLst/>
          </a:prstGeom>
          <a:noFill/>
          <a:ln w="9525">
            <a:solidFill>
              <a:srgbClr val="DDE1E6"/>
            </a:solidFill>
            <a:prstDash val="solid"/>
          </a:ln>
        </p:spPr>
      </p:sp>
      <p:sp>
        <p:nvSpPr>
          <p:cNvPr id="215" name="Text 213"/>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6" name="Shape 214"/>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7" name="Text 215"/>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8" name="Text 216"/>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9" name="Shape 217"/>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20" name="Text 218"/>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21" name="Text 219"/>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22" name="Shape 220"/>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23" name="Text 221"/>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4" name="Text 222"/>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5" name="Shape 223"/>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6" name="Text 224"/>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7" name="Text 225"/>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8" name="Shape 226"/>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9" name="Text 227"/>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30" name="Text 228"/>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164592" y="6931152"/>
            <a:ext cx="9116568" cy="1476756"/>
          </a:xfrm>
          <a:prstGeom prst="rect">
            <a:avLst/>
          </a:prstGeom>
          <a:solidFill>
            <a:srgbClr val="FAFBFC"/>
          </a:solidFill>
          <a:ln w="6350">
            <a:solidFill>
              <a:srgbClr val="E5E7EB"/>
            </a:solidFill>
            <a:prstDash val="solid"/>
          </a:ln>
        </p:spPr>
      </p:sp>
      <p:sp>
        <p:nvSpPr>
          <p:cNvPr id="117" name="Shape 115"/>
          <p:cNvSpPr/>
          <p:nvPr/>
        </p:nvSpPr>
        <p:spPr>
          <a:xfrm>
            <a:off x="182880" y="7004304"/>
            <a:ext cx="859536" cy="1330452"/>
          </a:xfrm>
          <a:prstGeom prst="roundRect">
            <a:avLst>
              <a:gd name="adj" fmla="val 5319"/>
            </a:avLst>
          </a:prstGeom>
          <a:solidFill>
            <a:srgbClr val="64748B"/>
          </a:solidFill>
          <a:ln w="12700">
            <a:solidFill>
              <a:srgbClr val="64748B"/>
            </a:solidFill>
            <a:prstDash val="solid"/>
          </a:ln>
        </p:spPr>
      </p:sp>
      <p:sp>
        <p:nvSpPr>
          <p:cNvPr id="118" name="Text 116"/>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19" name="Text 117"/>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2 In Progress</a:t>
            </a:r>
            <a:endParaRPr lang="en-US" sz="750" dirty="0"/>
          </a:p>
        </p:txBody>
      </p:sp>
      <p:sp>
        <p:nvSpPr>
          <p:cNvPr id="120" name="Shape 118"/>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22" name="Shape 120"/>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2185416" y="7196328"/>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2185416"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26" name="Shape 124"/>
          <p:cNvSpPr/>
          <p:nvPr/>
        </p:nvSpPr>
        <p:spPr>
          <a:xfrm>
            <a:off x="2185416" y="7406640"/>
            <a:ext cx="932688" cy="155448"/>
          </a:xfrm>
          <a:prstGeom prst="roundRect">
            <a:avLst>
              <a:gd name="adj" fmla="val 17647"/>
            </a:avLst>
          </a:prstGeom>
          <a:solidFill>
            <a:srgbClr val="1558A8"/>
          </a:solidFill>
          <a:ln w="12700">
            <a:solidFill>
              <a:srgbClr val="1558A8"/>
            </a:solidFill>
            <a:prstDash val="solid"/>
          </a:ln>
        </p:spPr>
      </p:sp>
      <p:sp>
        <p:nvSpPr>
          <p:cNvPr id="127" name="Text 125"/>
          <p:cNvSpPr/>
          <p:nvPr/>
        </p:nvSpPr>
        <p:spPr>
          <a:xfrm>
            <a:off x="2185416" y="74066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8" name="Shape 126"/>
          <p:cNvSpPr/>
          <p:nvPr/>
        </p:nvSpPr>
        <p:spPr>
          <a:xfrm>
            <a:off x="9372600" y="804672"/>
            <a:ext cx="2834640" cy="6071616"/>
          </a:xfrm>
          <a:prstGeom prst="rect">
            <a:avLst/>
          </a:prstGeom>
          <a:solidFill>
            <a:srgbClr val="F8FAFB"/>
          </a:solidFill>
          <a:ln w="12700">
            <a:solidFill>
              <a:srgbClr val="DDE1E6"/>
            </a:solidFill>
            <a:prstDash val="solid"/>
          </a:ln>
        </p:spPr>
      </p:sp>
      <p:sp>
        <p:nvSpPr>
          <p:cNvPr id="129" name="Text 127"/>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30" name="Shape 128"/>
          <p:cNvSpPr/>
          <p:nvPr/>
        </p:nvSpPr>
        <p:spPr>
          <a:xfrm>
            <a:off x="9464040" y="1225296"/>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1316736"/>
            <a:ext cx="109728" cy="109728"/>
          </a:xfrm>
          <a:prstGeom prst="ellipse">
            <a:avLst/>
          </a:prstGeom>
          <a:solidFill>
            <a:srgbClr val="16A34A"/>
          </a:solidFill>
          <a:ln w="12700">
            <a:solidFill>
              <a:srgbClr val="16A34A"/>
            </a:solidFill>
            <a:prstDash val="solid"/>
          </a:ln>
        </p:spPr>
      </p:sp>
      <p:sp>
        <p:nvSpPr>
          <p:cNvPr id="132" name="Text 130"/>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33" name="Text 131"/>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4" name="Shape 132"/>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5" name="Text 133"/>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6" name="Shape 134"/>
          <p:cNvSpPr/>
          <p:nvPr/>
        </p:nvSpPr>
        <p:spPr>
          <a:xfrm>
            <a:off x="9464040" y="1700784"/>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1792224"/>
            <a:ext cx="109728" cy="109728"/>
          </a:xfrm>
          <a:prstGeom prst="ellipse">
            <a:avLst/>
          </a:prstGeom>
          <a:solidFill>
            <a:srgbClr val="1558A8"/>
          </a:solidFill>
          <a:ln w="12700">
            <a:solidFill>
              <a:srgbClr val="1558A8"/>
            </a:solidFill>
            <a:prstDash val="solid"/>
          </a:ln>
        </p:spPr>
      </p:sp>
      <p:sp>
        <p:nvSpPr>
          <p:cNvPr id="138" name="Text 136"/>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9" name="Text 137"/>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40" name="Shape 138"/>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41" name="Text 139"/>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42" name="Shape 140"/>
          <p:cNvSpPr/>
          <p:nvPr/>
        </p:nvSpPr>
        <p:spPr>
          <a:xfrm>
            <a:off x="9464040" y="2176272"/>
            <a:ext cx="2670048" cy="420624"/>
          </a:xfrm>
          <a:prstGeom prst="rect">
            <a:avLst/>
          </a:prstGeom>
          <a:solidFill>
            <a:srgbClr val="FFFFFF"/>
          </a:solidFill>
          <a:ln w="6350">
            <a:solidFill>
              <a:srgbClr val="E5E7EB"/>
            </a:solidFill>
            <a:prstDash val="solid"/>
          </a:ln>
        </p:spPr>
      </p:sp>
      <p:sp>
        <p:nvSpPr>
          <p:cNvPr id="143" name="Shape 141"/>
          <p:cNvSpPr/>
          <p:nvPr/>
        </p:nvSpPr>
        <p:spPr>
          <a:xfrm>
            <a:off x="9537192" y="2267712"/>
            <a:ext cx="109728" cy="109728"/>
          </a:xfrm>
          <a:prstGeom prst="ellipse">
            <a:avLst/>
          </a:prstGeom>
          <a:solidFill>
            <a:srgbClr val="9CA3AF"/>
          </a:solidFill>
          <a:ln w="12700">
            <a:solidFill>
              <a:srgbClr val="9CA3AF"/>
            </a:solidFill>
            <a:prstDash val="solid"/>
          </a:ln>
        </p:spPr>
      </p:sp>
      <p:sp>
        <p:nvSpPr>
          <p:cNvPr id="144" name="Text 142"/>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5" name="Text 143"/>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6" name="Shape 144"/>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7" name="Text 145"/>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8" name="Shape 146"/>
          <p:cNvSpPr/>
          <p:nvPr/>
        </p:nvSpPr>
        <p:spPr>
          <a:xfrm>
            <a:off x="9464040" y="2651760"/>
            <a:ext cx="2670048" cy="420624"/>
          </a:xfrm>
          <a:prstGeom prst="rect">
            <a:avLst/>
          </a:prstGeom>
          <a:solidFill>
            <a:srgbClr val="FFFFFF"/>
          </a:solidFill>
          <a:ln w="6350">
            <a:solidFill>
              <a:srgbClr val="E5E7EB"/>
            </a:solidFill>
            <a:prstDash val="solid"/>
          </a:ln>
        </p:spPr>
      </p:sp>
      <p:sp>
        <p:nvSpPr>
          <p:cNvPr id="149" name="Shape 147"/>
          <p:cNvSpPr/>
          <p:nvPr/>
        </p:nvSpPr>
        <p:spPr>
          <a:xfrm>
            <a:off x="9537192" y="2743200"/>
            <a:ext cx="109728" cy="109728"/>
          </a:xfrm>
          <a:prstGeom prst="ellipse">
            <a:avLst/>
          </a:prstGeom>
          <a:solidFill>
            <a:srgbClr val="9CA3AF"/>
          </a:solidFill>
          <a:ln w="12700">
            <a:solidFill>
              <a:srgbClr val="9CA3AF"/>
            </a:solidFill>
            <a:prstDash val="solid"/>
          </a:ln>
        </p:spPr>
      </p:sp>
      <p:sp>
        <p:nvSpPr>
          <p:cNvPr id="150" name="Text 148"/>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51" name="Text 149"/>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52" name="Shape 150"/>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53" name="Text 151"/>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4" name="Shape 152"/>
          <p:cNvSpPr/>
          <p:nvPr/>
        </p:nvSpPr>
        <p:spPr>
          <a:xfrm>
            <a:off x="9482328" y="3200400"/>
            <a:ext cx="2633472" cy="0"/>
          </a:xfrm>
          <a:prstGeom prst="line">
            <a:avLst/>
          </a:prstGeom>
          <a:noFill/>
          <a:ln w="9525">
            <a:solidFill>
              <a:srgbClr val="DDE1E6"/>
            </a:solidFill>
            <a:prstDash val="solid"/>
          </a:ln>
        </p:spPr>
      </p:sp>
      <p:sp>
        <p:nvSpPr>
          <p:cNvPr id="155" name="Text 153"/>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6" name="Shape 154"/>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7" name="Text 155"/>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8" name="Shape 156"/>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9" name="Text 157"/>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60" name="Shape 158"/>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61" name="Text 159"/>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62" name="Shape 160"/>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63" name="Text 161"/>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164592" y="6931152"/>
            <a:ext cx="9116568" cy="1476756"/>
          </a:xfrm>
          <a:prstGeom prst="rect">
            <a:avLst/>
          </a:prstGeom>
          <a:solidFill>
            <a:srgbClr val="FAFBFC"/>
          </a:solidFill>
          <a:ln w="6350">
            <a:solidFill>
              <a:srgbClr val="E5E7EB"/>
            </a:solidFill>
            <a:prstDash val="solid"/>
          </a:ln>
        </p:spPr>
      </p:sp>
      <p:sp>
        <p:nvSpPr>
          <p:cNvPr id="121" name="Shape 119"/>
          <p:cNvSpPr/>
          <p:nvPr/>
        </p:nvSpPr>
        <p:spPr>
          <a:xfrm>
            <a:off x="182880" y="7004304"/>
            <a:ext cx="859536" cy="1330452"/>
          </a:xfrm>
          <a:prstGeom prst="roundRect">
            <a:avLst>
              <a:gd name="adj" fmla="val 5319"/>
            </a:avLst>
          </a:prstGeom>
          <a:solidFill>
            <a:srgbClr val="64748B"/>
          </a:solidFill>
          <a:ln w="12700">
            <a:solidFill>
              <a:srgbClr val="64748B"/>
            </a:solidFill>
            <a:prstDash val="solid"/>
          </a:ln>
        </p:spPr>
      </p:sp>
      <p:sp>
        <p:nvSpPr>
          <p:cNvPr id="122" name="Text 120"/>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23" name="Text 121"/>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2 In Progress</a:t>
            </a:r>
            <a:endParaRPr lang="en-US" sz="750" dirty="0"/>
          </a:p>
        </p:txBody>
      </p:sp>
      <p:sp>
        <p:nvSpPr>
          <p:cNvPr id="124" name="Shape 122"/>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26" name="Shape 124"/>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2185416" y="7196328"/>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2185416"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30" name="Shape 128"/>
          <p:cNvSpPr/>
          <p:nvPr/>
        </p:nvSpPr>
        <p:spPr>
          <a:xfrm>
            <a:off x="2185416" y="7406640"/>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2185416" y="74066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9372600" y="804672"/>
            <a:ext cx="2834640" cy="6071616"/>
          </a:xfrm>
          <a:prstGeom prst="rect">
            <a:avLst/>
          </a:prstGeom>
          <a:solidFill>
            <a:srgbClr val="F8FAFB"/>
          </a:solidFill>
          <a:ln w="12700">
            <a:solidFill>
              <a:srgbClr val="DDE1E6"/>
            </a:solidFill>
            <a:prstDash val="solid"/>
          </a:ln>
        </p:spPr>
      </p:sp>
      <p:sp>
        <p:nvSpPr>
          <p:cNvPr id="133" name="Text 13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34" name="Shape 132"/>
          <p:cNvSpPr/>
          <p:nvPr/>
        </p:nvSpPr>
        <p:spPr>
          <a:xfrm>
            <a:off x="9464040" y="1225296"/>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1316736"/>
            <a:ext cx="109728" cy="109728"/>
          </a:xfrm>
          <a:prstGeom prst="ellipse">
            <a:avLst/>
          </a:prstGeom>
          <a:solidFill>
            <a:srgbClr val="16A34A"/>
          </a:solidFill>
          <a:ln w="12700">
            <a:solidFill>
              <a:srgbClr val="16A34A"/>
            </a:solidFill>
            <a:prstDash val="solid"/>
          </a:ln>
        </p:spPr>
      </p:sp>
      <p:sp>
        <p:nvSpPr>
          <p:cNvPr id="136" name="Text 134"/>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37" name="Text 135"/>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8" name="Shape 136"/>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9" name="Text 137"/>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0" name="Shape 138"/>
          <p:cNvSpPr/>
          <p:nvPr/>
        </p:nvSpPr>
        <p:spPr>
          <a:xfrm>
            <a:off x="9464040" y="1700784"/>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1792224"/>
            <a:ext cx="109728" cy="109728"/>
          </a:xfrm>
          <a:prstGeom prst="ellipse">
            <a:avLst/>
          </a:prstGeom>
          <a:solidFill>
            <a:srgbClr val="1558A8"/>
          </a:solidFill>
          <a:ln w="12700">
            <a:solidFill>
              <a:srgbClr val="1558A8"/>
            </a:solidFill>
            <a:prstDash val="solid"/>
          </a:ln>
        </p:spPr>
      </p:sp>
      <p:sp>
        <p:nvSpPr>
          <p:cNvPr id="142" name="Text 140"/>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43" name="Text 141"/>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44" name="Shape 142"/>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45" name="Text 143"/>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46" name="Shape 144"/>
          <p:cNvSpPr/>
          <p:nvPr/>
        </p:nvSpPr>
        <p:spPr>
          <a:xfrm>
            <a:off x="9464040" y="2176272"/>
            <a:ext cx="2670048" cy="420624"/>
          </a:xfrm>
          <a:prstGeom prst="rect">
            <a:avLst/>
          </a:prstGeom>
          <a:solidFill>
            <a:srgbClr val="FFFFFF"/>
          </a:solidFill>
          <a:ln w="6350">
            <a:solidFill>
              <a:srgbClr val="E5E7EB"/>
            </a:solidFill>
            <a:prstDash val="solid"/>
          </a:ln>
        </p:spPr>
      </p:sp>
      <p:sp>
        <p:nvSpPr>
          <p:cNvPr id="147" name="Shape 145"/>
          <p:cNvSpPr/>
          <p:nvPr/>
        </p:nvSpPr>
        <p:spPr>
          <a:xfrm>
            <a:off x="9537192" y="2267712"/>
            <a:ext cx="109728" cy="109728"/>
          </a:xfrm>
          <a:prstGeom prst="ellipse">
            <a:avLst/>
          </a:prstGeom>
          <a:solidFill>
            <a:srgbClr val="9CA3AF"/>
          </a:solidFill>
          <a:ln w="12700">
            <a:solidFill>
              <a:srgbClr val="9CA3AF"/>
            </a:solidFill>
            <a:prstDash val="solid"/>
          </a:ln>
        </p:spPr>
      </p:sp>
      <p:sp>
        <p:nvSpPr>
          <p:cNvPr id="148" name="Text 146"/>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9" name="Text 147"/>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0" name="Shape 148"/>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51" name="Text 149"/>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2" name="Shape 150"/>
          <p:cNvSpPr/>
          <p:nvPr/>
        </p:nvSpPr>
        <p:spPr>
          <a:xfrm>
            <a:off x="9464040" y="2651760"/>
            <a:ext cx="2670048" cy="420624"/>
          </a:xfrm>
          <a:prstGeom prst="rect">
            <a:avLst/>
          </a:prstGeom>
          <a:solidFill>
            <a:srgbClr val="FFFFFF"/>
          </a:solidFill>
          <a:ln w="6350">
            <a:solidFill>
              <a:srgbClr val="E5E7EB"/>
            </a:solidFill>
            <a:prstDash val="solid"/>
          </a:ln>
        </p:spPr>
      </p:sp>
      <p:sp>
        <p:nvSpPr>
          <p:cNvPr id="153" name="Shape 151"/>
          <p:cNvSpPr/>
          <p:nvPr/>
        </p:nvSpPr>
        <p:spPr>
          <a:xfrm>
            <a:off x="9537192" y="2743200"/>
            <a:ext cx="109728" cy="109728"/>
          </a:xfrm>
          <a:prstGeom prst="ellipse">
            <a:avLst/>
          </a:prstGeom>
          <a:solidFill>
            <a:srgbClr val="9CA3AF"/>
          </a:solidFill>
          <a:ln w="12700">
            <a:solidFill>
              <a:srgbClr val="9CA3AF"/>
            </a:solidFill>
            <a:prstDash val="solid"/>
          </a:ln>
        </p:spPr>
      </p:sp>
      <p:sp>
        <p:nvSpPr>
          <p:cNvPr id="154" name="Text 152"/>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55" name="Text 153"/>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56" name="Shape 154"/>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57" name="Text 155"/>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8" name="Shape 156"/>
          <p:cNvSpPr/>
          <p:nvPr/>
        </p:nvSpPr>
        <p:spPr>
          <a:xfrm>
            <a:off x="9482328" y="3200400"/>
            <a:ext cx="2633472" cy="0"/>
          </a:xfrm>
          <a:prstGeom prst="line">
            <a:avLst/>
          </a:prstGeom>
          <a:noFill/>
          <a:ln w="9525">
            <a:solidFill>
              <a:srgbClr val="DDE1E6"/>
            </a:solidFill>
            <a:prstDash val="solid"/>
          </a:ln>
        </p:spPr>
      </p:sp>
      <p:sp>
        <p:nvSpPr>
          <p:cNvPr id="159" name="Text 157"/>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0" name="Shape 158"/>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61" name="Text 159"/>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62" name="Shape 160"/>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63" name="Text 161"/>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64" name="Shape 162"/>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65" name="Text 163"/>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66" name="Shape 164"/>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67" name="Text 165"/>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164592" y="6931152"/>
            <a:ext cx="9116568" cy="1476756"/>
          </a:xfrm>
          <a:prstGeom prst="rect">
            <a:avLst/>
          </a:prstGeom>
          <a:solidFill>
            <a:srgbClr val="FAFBFC"/>
          </a:solidFill>
          <a:ln w="6350">
            <a:solidFill>
              <a:srgbClr val="E5E7EB"/>
            </a:solidFill>
            <a:prstDash val="solid"/>
          </a:ln>
        </p:spPr>
      </p:sp>
      <p:sp>
        <p:nvSpPr>
          <p:cNvPr id="125" name="Shape 123"/>
          <p:cNvSpPr/>
          <p:nvPr/>
        </p:nvSpPr>
        <p:spPr>
          <a:xfrm>
            <a:off x="182880" y="7004304"/>
            <a:ext cx="859536" cy="1330452"/>
          </a:xfrm>
          <a:prstGeom prst="roundRect">
            <a:avLst>
              <a:gd name="adj" fmla="val 5319"/>
            </a:avLst>
          </a:prstGeom>
          <a:solidFill>
            <a:srgbClr val="64748B"/>
          </a:solidFill>
          <a:ln w="12700">
            <a:solidFill>
              <a:srgbClr val="64748B"/>
            </a:solidFill>
            <a:prstDash val="solid"/>
          </a:ln>
        </p:spPr>
      </p:sp>
      <p:sp>
        <p:nvSpPr>
          <p:cNvPr id="126" name="Text 124"/>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27" name="Text 125"/>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2 In Progress</a:t>
            </a:r>
            <a:endParaRPr lang="en-US" sz="750" dirty="0"/>
          </a:p>
        </p:txBody>
      </p:sp>
      <p:sp>
        <p:nvSpPr>
          <p:cNvPr id="128" name="Shape 126"/>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30" name="Shape 128"/>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2185416" y="7196328"/>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2185416"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34" name="Shape 132"/>
          <p:cNvSpPr/>
          <p:nvPr/>
        </p:nvSpPr>
        <p:spPr>
          <a:xfrm>
            <a:off x="2185416" y="7406640"/>
            <a:ext cx="932688" cy="155448"/>
          </a:xfrm>
          <a:prstGeom prst="roundRect">
            <a:avLst>
              <a:gd name="adj" fmla="val 17647"/>
            </a:avLst>
          </a:prstGeom>
          <a:solidFill>
            <a:srgbClr val="1558A8"/>
          </a:solidFill>
          <a:ln w="12700">
            <a:solidFill>
              <a:srgbClr val="1558A8"/>
            </a:solidFill>
            <a:prstDash val="solid"/>
          </a:ln>
        </p:spPr>
      </p:sp>
      <p:sp>
        <p:nvSpPr>
          <p:cNvPr id="135" name="Text 133"/>
          <p:cNvSpPr/>
          <p:nvPr/>
        </p:nvSpPr>
        <p:spPr>
          <a:xfrm>
            <a:off x="2185416" y="74066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6" name="Shape 134"/>
          <p:cNvSpPr/>
          <p:nvPr/>
        </p:nvSpPr>
        <p:spPr>
          <a:xfrm>
            <a:off x="9372600" y="804672"/>
            <a:ext cx="2834640" cy="6071616"/>
          </a:xfrm>
          <a:prstGeom prst="rect">
            <a:avLst/>
          </a:prstGeom>
          <a:solidFill>
            <a:srgbClr val="F8FAFB"/>
          </a:solidFill>
          <a:ln w="12700">
            <a:solidFill>
              <a:srgbClr val="DDE1E6"/>
            </a:solidFill>
            <a:prstDash val="solid"/>
          </a:ln>
        </p:spPr>
      </p:sp>
      <p:sp>
        <p:nvSpPr>
          <p:cNvPr id="137" name="Text 13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38" name="Shape 136"/>
          <p:cNvSpPr/>
          <p:nvPr/>
        </p:nvSpPr>
        <p:spPr>
          <a:xfrm>
            <a:off x="9464040" y="1225296"/>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1316736"/>
            <a:ext cx="109728" cy="109728"/>
          </a:xfrm>
          <a:prstGeom prst="ellipse">
            <a:avLst/>
          </a:prstGeom>
          <a:solidFill>
            <a:srgbClr val="16A34A"/>
          </a:solidFill>
          <a:ln w="12700">
            <a:solidFill>
              <a:srgbClr val="16A34A"/>
            </a:solidFill>
            <a:prstDash val="solid"/>
          </a:ln>
        </p:spPr>
      </p:sp>
      <p:sp>
        <p:nvSpPr>
          <p:cNvPr id="140" name="Text 13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1" name="Text 13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2" name="Shape 14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3" name="Text 14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4" name="Shape 142"/>
          <p:cNvSpPr/>
          <p:nvPr/>
        </p:nvSpPr>
        <p:spPr>
          <a:xfrm>
            <a:off x="9464040" y="1700784"/>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1792224"/>
            <a:ext cx="109728" cy="109728"/>
          </a:xfrm>
          <a:prstGeom prst="ellipse">
            <a:avLst/>
          </a:prstGeom>
          <a:solidFill>
            <a:srgbClr val="1558A8"/>
          </a:solidFill>
          <a:ln w="12700">
            <a:solidFill>
              <a:srgbClr val="1558A8"/>
            </a:solidFill>
            <a:prstDash val="solid"/>
          </a:ln>
        </p:spPr>
      </p:sp>
      <p:sp>
        <p:nvSpPr>
          <p:cNvPr id="146" name="Text 14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47" name="Text 14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48" name="Shape 14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49" name="Text 14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0" name="Shape 148"/>
          <p:cNvSpPr/>
          <p:nvPr/>
        </p:nvSpPr>
        <p:spPr>
          <a:xfrm>
            <a:off x="9464040" y="2176272"/>
            <a:ext cx="2670048" cy="420624"/>
          </a:xfrm>
          <a:prstGeom prst="rect">
            <a:avLst/>
          </a:prstGeom>
          <a:solidFill>
            <a:srgbClr val="FFFFFF"/>
          </a:solidFill>
          <a:ln w="6350">
            <a:solidFill>
              <a:srgbClr val="E5E7EB"/>
            </a:solidFill>
            <a:prstDash val="solid"/>
          </a:ln>
        </p:spPr>
      </p:sp>
      <p:sp>
        <p:nvSpPr>
          <p:cNvPr id="151" name="Shape 149"/>
          <p:cNvSpPr/>
          <p:nvPr/>
        </p:nvSpPr>
        <p:spPr>
          <a:xfrm>
            <a:off x="9537192" y="2267712"/>
            <a:ext cx="109728" cy="109728"/>
          </a:xfrm>
          <a:prstGeom prst="ellipse">
            <a:avLst/>
          </a:prstGeom>
          <a:solidFill>
            <a:srgbClr val="9CA3AF"/>
          </a:solidFill>
          <a:ln w="12700">
            <a:solidFill>
              <a:srgbClr val="9CA3AF"/>
            </a:solidFill>
            <a:prstDash val="solid"/>
          </a:ln>
        </p:spPr>
      </p:sp>
      <p:sp>
        <p:nvSpPr>
          <p:cNvPr id="152" name="Text 15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3" name="Text 15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4" name="Shape 15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55" name="Text 15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6" name="Shape 154"/>
          <p:cNvSpPr/>
          <p:nvPr/>
        </p:nvSpPr>
        <p:spPr>
          <a:xfrm>
            <a:off x="9464040" y="2651760"/>
            <a:ext cx="2670048" cy="420624"/>
          </a:xfrm>
          <a:prstGeom prst="rect">
            <a:avLst/>
          </a:prstGeom>
          <a:solidFill>
            <a:srgbClr val="FFFFFF"/>
          </a:solidFill>
          <a:ln w="6350">
            <a:solidFill>
              <a:srgbClr val="E5E7EB"/>
            </a:solidFill>
            <a:prstDash val="solid"/>
          </a:ln>
        </p:spPr>
      </p:sp>
      <p:sp>
        <p:nvSpPr>
          <p:cNvPr id="157" name="Shape 155"/>
          <p:cNvSpPr/>
          <p:nvPr/>
        </p:nvSpPr>
        <p:spPr>
          <a:xfrm>
            <a:off x="9537192" y="2743200"/>
            <a:ext cx="109728" cy="109728"/>
          </a:xfrm>
          <a:prstGeom prst="ellipse">
            <a:avLst/>
          </a:prstGeom>
          <a:solidFill>
            <a:srgbClr val="9CA3AF"/>
          </a:solidFill>
          <a:ln w="12700">
            <a:solidFill>
              <a:srgbClr val="9CA3AF"/>
            </a:solidFill>
            <a:prstDash val="solid"/>
          </a:ln>
        </p:spPr>
      </p:sp>
      <p:sp>
        <p:nvSpPr>
          <p:cNvPr id="158" name="Text 15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59" name="Text 15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0" name="Shape 15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1" name="Text 15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2" name="Shape 160"/>
          <p:cNvSpPr/>
          <p:nvPr/>
        </p:nvSpPr>
        <p:spPr>
          <a:xfrm>
            <a:off x="9482328" y="3200400"/>
            <a:ext cx="2633472" cy="0"/>
          </a:xfrm>
          <a:prstGeom prst="line">
            <a:avLst/>
          </a:prstGeom>
          <a:noFill/>
          <a:ln w="9525">
            <a:solidFill>
              <a:srgbClr val="DDE1E6"/>
            </a:solidFill>
            <a:prstDash val="solid"/>
          </a:ln>
        </p:spPr>
      </p:sp>
      <p:sp>
        <p:nvSpPr>
          <p:cNvPr id="163" name="Text 16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4" name="Shape 16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65" name="Text 16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66" name="Shape 16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67" name="Text 16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68" name="Shape 16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69" name="Text 16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0" name="Shape 16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1" name="Text 16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20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164592" y="6931152"/>
            <a:ext cx="9116568" cy="1476756"/>
          </a:xfrm>
          <a:prstGeom prst="rect">
            <a:avLst/>
          </a:prstGeom>
          <a:solidFill>
            <a:srgbClr val="FAFBFC"/>
          </a:solidFill>
          <a:ln w="6350">
            <a:solidFill>
              <a:srgbClr val="E5E7EB"/>
            </a:solidFill>
            <a:prstDash val="solid"/>
          </a:ln>
        </p:spPr>
      </p:sp>
      <p:sp>
        <p:nvSpPr>
          <p:cNvPr id="142" name="Shape 140"/>
          <p:cNvSpPr/>
          <p:nvPr/>
        </p:nvSpPr>
        <p:spPr>
          <a:xfrm>
            <a:off x="182880" y="7004304"/>
            <a:ext cx="859536" cy="1330452"/>
          </a:xfrm>
          <a:prstGeom prst="roundRect">
            <a:avLst>
              <a:gd name="adj" fmla="val 5319"/>
            </a:avLst>
          </a:prstGeom>
          <a:solidFill>
            <a:srgbClr val="64748B"/>
          </a:solidFill>
          <a:ln w="12700">
            <a:solidFill>
              <a:srgbClr val="64748B"/>
            </a:solidFill>
            <a:prstDash val="solid"/>
          </a:ln>
        </p:spPr>
      </p:sp>
      <p:sp>
        <p:nvSpPr>
          <p:cNvPr id="143" name="Text 141"/>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44" name="Text 142"/>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2 In Progress</a:t>
            </a:r>
            <a:endParaRPr lang="en-US" sz="750" dirty="0"/>
          </a:p>
        </p:txBody>
      </p:sp>
      <p:sp>
        <p:nvSpPr>
          <p:cNvPr id="145" name="Shape 143"/>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46" name="Text 144"/>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47" name="Shape 145"/>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48" name="Text 146"/>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9" name="Shape 147"/>
          <p:cNvSpPr/>
          <p:nvPr/>
        </p:nvSpPr>
        <p:spPr>
          <a:xfrm>
            <a:off x="2185416" y="7196328"/>
            <a:ext cx="932688" cy="182880"/>
          </a:xfrm>
          <a:prstGeom prst="roundRect">
            <a:avLst>
              <a:gd name="adj" fmla="val 15000"/>
            </a:avLst>
          </a:prstGeom>
          <a:solidFill>
            <a:srgbClr val="FFFFFF"/>
          </a:solidFill>
          <a:ln w="9525">
            <a:solidFill>
              <a:srgbClr val="CBD5E1"/>
            </a:solidFill>
            <a:prstDash val="solid"/>
          </a:ln>
        </p:spPr>
      </p:sp>
      <p:sp>
        <p:nvSpPr>
          <p:cNvPr id="150" name="Text 148"/>
          <p:cNvSpPr/>
          <p:nvPr/>
        </p:nvSpPr>
        <p:spPr>
          <a:xfrm>
            <a:off x="2185416"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51" name="Shape 149"/>
          <p:cNvSpPr/>
          <p:nvPr/>
        </p:nvSpPr>
        <p:spPr>
          <a:xfrm>
            <a:off x="2185416" y="7406640"/>
            <a:ext cx="932688" cy="155448"/>
          </a:xfrm>
          <a:prstGeom prst="roundRect">
            <a:avLst>
              <a:gd name="adj" fmla="val 17647"/>
            </a:avLst>
          </a:prstGeom>
          <a:solidFill>
            <a:srgbClr val="1558A8"/>
          </a:solidFill>
          <a:ln w="12700">
            <a:solidFill>
              <a:srgbClr val="1558A8"/>
            </a:solidFill>
            <a:prstDash val="solid"/>
          </a:ln>
        </p:spPr>
      </p:sp>
      <p:sp>
        <p:nvSpPr>
          <p:cNvPr id="152" name="Text 150"/>
          <p:cNvSpPr/>
          <p:nvPr/>
        </p:nvSpPr>
        <p:spPr>
          <a:xfrm>
            <a:off x="2185416" y="74066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3" name="Shape 151"/>
          <p:cNvSpPr/>
          <p:nvPr/>
        </p:nvSpPr>
        <p:spPr>
          <a:xfrm>
            <a:off x="9372600" y="804672"/>
            <a:ext cx="2834640" cy="6071616"/>
          </a:xfrm>
          <a:prstGeom prst="rect">
            <a:avLst/>
          </a:prstGeom>
          <a:solidFill>
            <a:srgbClr val="F8FAFB"/>
          </a:solidFill>
          <a:ln w="12700">
            <a:solidFill>
              <a:srgbClr val="DDE1E6"/>
            </a:solidFill>
            <a:prstDash val="solid"/>
          </a:ln>
        </p:spPr>
      </p:sp>
      <p:sp>
        <p:nvSpPr>
          <p:cNvPr id="154" name="Text 152"/>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55" name="Shape 153"/>
          <p:cNvSpPr/>
          <p:nvPr/>
        </p:nvSpPr>
        <p:spPr>
          <a:xfrm>
            <a:off x="9464040" y="1225296"/>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1316736"/>
            <a:ext cx="109728" cy="109728"/>
          </a:xfrm>
          <a:prstGeom prst="ellipse">
            <a:avLst/>
          </a:prstGeom>
          <a:solidFill>
            <a:srgbClr val="16A34A"/>
          </a:solidFill>
          <a:ln w="12700">
            <a:solidFill>
              <a:srgbClr val="16A34A"/>
            </a:solidFill>
            <a:prstDash val="solid"/>
          </a:ln>
        </p:spPr>
      </p:sp>
      <p:sp>
        <p:nvSpPr>
          <p:cNvPr id="157" name="Text 155"/>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58" name="Text 156"/>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59" name="Shape 157"/>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60" name="Text 158"/>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61" name="Shape 159"/>
          <p:cNvSpPr/>
          <p:nvPr/>
        </p:nvSpPr>
        <p:spPr>
          <a:xfrm>
            <a:off x="9464040" y="1700784"/>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1792224"/>
            <a:ext cx="109728" cy="109728"/>
          </a:xfrm>
          <a:prstGeom prst="ellipse">
            <a:avLst/>
          </a:prstGeom>
          <a:solidFill>
            <a:srgbClr val="1558A8"/>
          </a:solidFill>
          <a:ln w="12700">
            <a:solidFill>
              <a:srgbClr val="1558A8"/>
            </a:solidFill>
            <a:prstDash val="solid"/>
          </a:ln>
        </p:spPr>
      </p:sp>
      <p:sp>
        <p:nvSpPr>
          <p:cNvPr id="163" name="Text 161"/>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64" name="Text 162"/>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65" name="Shape 163"/>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66" name="Text 164"/>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67" name="Shape 165"/>
          <p:cNvSpPr/>
          <p:nvPr/>
        </p:nvSpPr>
        <p:spPr>
          <a:xfrm>
            <a:off x="9464040" y="2176272"/>
            <a:ext cx="2670048" cy="420624"/>
          </a:xfrm>
          <a:prstGeom prst="rect">
            <a:avLst/>
          </a:prstGeom>
          <a:solidFill>
            <a:srgbClr val="FFFFFF"/>
          </a:solidFill>
          <a:ln w="6350">
            <a:solidFill>
              <a:srgbClr val="E5E7EB"/>
            </a:solidFill>
            <a:prstDash val="solid"/>
          </a:ln>
        </p:spPr>
      </p:sp>
      <p:sp>
        <p:nvSpPr>
          <p:cNvPr id="168" name="Shape 166"/>
          <p:cNvSpPr/>
          <p:nvPr/>
        </p:nvSpPr>
        <p:spPr>
          <a:xfrm>
            <a:off x="9537192" y="2267712"/>
            <a:ext cx="109728" cy="109728"/>
          </a:xfrm>
          <a:prstGeom prst="ellipse">
            <a:avLst/>
          </a:prstGeom>
          <a:solidFill>
            <a:srgbClr val="9CA3AF"/>
          </a:solidFill>
          <a:ln w="12700">
            <a:solidFill>
              <a:srgbClr val="9CA3AF"/>
            </a:solidFill>
            <a:prstDash val="solid"/>
          </a:ln>
        </p:spPr>
      </p:sp>
      <p:sp>
        <p:nvSpPr>
          <p:cNvPr id="169" name="Text 167"/>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70" name="Text 168"/>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71" name="Shape 169"/>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72" name="Text 170"/>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73" name="Shape 171"/>
          <p:cNvSpPr/>
          <p:nvPr/>
        </p:nvSpPr>
        <p:spPr>
          <a:xfrm>
            <a:off x="9464040" y="2651760"/>
            <a:ext cx="2670048" cy="420624"/>
          </a:xfrm>
          <a:prstGeom prst="rect">
            <a:avLst/>
          </a:prstGeom>
          <a:solidFill>
            <a:srgbClr val="FFFFFF"/>
          </a:solidFill>
          <a:ln w="6350">
            <a:solidFill>
              <a:srgbClr val="E5E7EB"/>
            </a:solidFill>
            <a:prstDash val="solid"/>
          </a:ln>
        </p:spPr>
      </p:sp>
      <p:sp>
        <p:nvSpPr>
          <p:cNvPr id="174" name="Shape 172"/>
          <p:cNvSpPr/>
          <p:nvPr/>
        </p:nvSpPr>
        <p:spPr>
          <a:xfrm>
            <a:off x="9537192" y="2743200"/>
            <a:ext cx="109728" cy="109728"/>
          </a:xfrm>
          <a:prstGeom prst="ellipse">
            <a:avLst/>
          </a:prstGeom>
          <a:solidFill>
            <a:srgbClr val="9CA3AF"/>
          </a:solidFill>
          <a:ln w="12700">
            <a:solidFill>
              <a:srgbClr val="9CA3AF"/>
            </a:solidFill>
            <a:prstDash val="solid"/>
          </a:ln>
        </p:spPr>
      </p:sp>
      <p:sp>
        <p:nvSpPr>
          <p:cNvPr id="175" name="Text 173"/>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76" name="Text 174"/>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77" name="Shape 175"/>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78" name="Text 176"/>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79" name="Shape 177"/>
          <p:cNvSpPr/>
          <p:nvPr/>
        </p:nvSpPr>
        <p:spPr>
          <a:xfrm>
            <a:off x="9482328" y="3200400"/>
            <a:ext cx="2633472" cy="0"/>
          </a:xfrm>
          <a:prstGeom prst="line">
            <a:avLst/>
          </a:prstGeom>
          <a:noFill/>
          <a:ln w="9525">
            <a:solidFill>
              <a:srgbClr val="DDE1E6"/>
            </a:solidFill>
            <a:prstDash val="solid"/>
          </a:ln>
        </p:spPr>
      </p:sp>
      <p:sp>
        <p:nvSpPr>
          <p:cNvPr id="180" name="Text 178"/>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81" name="Shape 179"/>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82" name="Text 180"/>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83" name="Shape 181"/>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84" name="Text 182"/>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85" name="Shape 183"/>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86" name="Text 184"/>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87" name="Shape 185"/>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88" name="Text 186"/>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